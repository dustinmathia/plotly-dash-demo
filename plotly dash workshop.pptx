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embeddedFontLst>
    <p:embeddedFont>
      <p:font typeface="Helvetica Neue"/>
      <p:regular r:id="rId22"/>
      <p:bold r:id="rId23"/>
      <p:italic r:id="rId24"/>
      <p:boldItalic r:id="rId25"/>
    </p:embeddedFont>
    <p:embeddedFont>
      <p:font typeface="Roboto Mon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4968ABB-B72D-4AFC-89A2-278AD111F492}">
  <a:tblStyle styleId="{94968ABB-B72D-4AFC-89A2-278AD111F49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HelveticaNeue-regular.fntdata"/><Relationship Id="rId21" Type="http://schemas.openxmlformats.org/officeDocument/2006/relationships/slide" Target="slides/slide16.xml"/><Relationship Id="rId24" Type="http://schemas.openxmlformats.org/officeDocument/2006/relationships/font" Target="fonts/HelveticaNeue-italic.fntdata"/><Relationship Id="rId23" Type="http://schemas.openxmlformats.org/officeDocument/2006/relationships/font" Target="fonts/HelveticaNeue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regular.fntdata"/><Relationship Id="rId25" Type="http://schemas.openxmlformats.org/officeDocument/2006/relationships/font" Target="fonts/HelveticaNeue-boldItalic.fntdata"/><Relationship Id="rId28" Type="http://schemas.openxmlformats.org/officeDocument/2006/relationships/font" Target="fonts/RobotoMono-italic.fntdata"/><Relationship Id="rId27" Type="http://schemas.openxmlformats.org/officeDocument/2006/relationships/font" Target="fonts/Roboto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99d40e5c49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99d40e5c49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g399d40e5c49_0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99d40e5c49_0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99d40e5c49_0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g399d40e5c49_0_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99d40e5c49_0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99d40e5c49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g399d40e5c49_0_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99e1317458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99e1317458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g399e1317458_0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99d40e5c49_0_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99d40e5c49_0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g399d40e5c49_0_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99d40e5c49_0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99d40e5c49_0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g399d40e5c49_0_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99e1317458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99e1317458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g399e1317458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99e1317458_0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99e1317458_0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g399e1317458_0_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99e1317458_0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99e1317458_0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g399e1317458_0_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99d40e5c49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99d40e5c49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g399d40e5c49_0_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99e1317458_0_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99e1317458_0_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g399e1317458_0_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99e1317458_0_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99e1317458_0_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g399e1317458_0_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99e1317458_0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99e1317458_0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g399e1317458_0_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99e1317458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99e1317458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g399e1317458_0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99e1317458_0_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399e1317458_0_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g399e1317458_0_9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erson sitting in a room&#10;&#10;Description automatically generated" id="16" name="Google Shape;16;p2"/>
          <p:cNvPicPr preferRelativeResize="0"/>
          <p:nvPr/>
        </p:nvPicPr>
        <p:blipFill rotWithShape="1">
          <a:blip r:embed="rId2">
            <a:alphaModFix amt="54000"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pic>
      <p:pic>
        <p:nvPicPr>
          <p:cNvPr id="17" name="Google Shape;1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91213" y="6206761"/>
            <a:ext cx="1375059" cy="22688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2"/>
          <p:cNvSpPr txBox="1"/>
          <p:nvPr/>
        </p:nvSpPr>
        <p:spPr>
          <a:xfrm>
            <a:off x="828675" y="60991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" name="Google Shape;19;p2"/>
          <p:cNvSpPr txBox="1"/>
          <p:nvPr>
            <p:ph type="title"/>
          </p:nvPr>
        </p:nvSpPr>
        <p:spPr>
          <a:xfrm>
            <a:off x="822960" y="3655583"/>
            <a:ext cx="10455081" cy="92788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" type="body"/>
          </p:nvPr>
        </p:nvSpPr>
        <p:spPr>
          <a:xfrm>
            <a:off x="831851" y="4589464"/>
            <a:ext cx="9185909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B95"/>
              </a:buClr>
              <a:buSzPts val="2000"/>
              <a:buNone/>
              <a:defRPr sz="2000">
                <a:solidFill>
                  <a:srgbClr val="888B95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B95"/>
              </a:buClr>
              <a:buSzPts val="1800"/>
              <a:buNone/>
              <a:defRPr sz="1800">
                <a:solidFill>
                  <a:srgbClr val="888B95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B95"/>
              </a:buClr>
              <a:buSzPts val="1600"/>
              <a:buNone/>
              <a:defRPr sz="1600">
                <a:solidFill>
                  <a:srgbClr val="888B95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B95"/>
              </a:buClr>
              <a:buSzPts val="1600"/>
              <a:buNone/>
              <a:defRPr sz="1600">
                <a:solidFill>
                  <a:srgbClr val="888B9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888B95"/>
              </a:buClr>
              <a:buSzPts val="1600"/>
              <a:buNone/>
              <a:defRPr sz="1600">
                <a:solidFill>
                  <a:srgbClr val="888B9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5"/>
              </a:buClr>
              <a:buSzPts val="1600"/>
              <a:buNone/>
              <a:defRPr sz="1600">
                <a:solidFill>
                  <a:srgbClr val="888B9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5"/>
              </a:buClr>
              <a:buSzPts val="1600"/>
              <a:buNone/>
              <a:defRPr sz="1600">
                <a:solidFill>
                  <a:srgbClr val="888B9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5"/>
              </a:buClr>
              <a:buSzPts val="1600"/>
              <a:buNone/>
              <a:defRPr sz="1600">
                <a:solidFill>
                  <a:srgbClr val="888B95"/>
                </a:solidFill>
              </a:defRPr>
            </a:lvl9pPr>
          </a:lstStyle>
          <a:p/>
        </p:txBody>
      </p:sp>
      <p:sp>
        <p:nvSpPr>
          <p:cNvPr id="21" name="Google Shape;21;p2"/>
          <p:cNvSpPr txBox="1"/>
          <p:nvPr>
            <p:ph idx="10" type="dt"/>
          </p:nvPr>
        </p:nvSpPr>
        <p:spPr>
          <a:xfrm rot="5400000">
            <a:off x="9722644" y="1875632"/>
            <a:ext cx="2743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1" type="ftr"/>
          </p:nvPr>
        </p:nvSpPr>
        <p:spPr>
          <a:xfrm>
            <a:off x="828675" y="6099175"/>
            <a:ext cx="40560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2" type="sldNum"/>
          </p:nvPr>
        </p:nvSpPr>
        <p:spPr>
          <a:xfrm>
            <a:off x="10820400" y="234950"/>
            <a:ext cx="5222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Section Header">
  <p:cSld name="4_Section 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022851"/>
          </a:solidFill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91213" y="6206761"/>
            <a:ext cx="1375059" cy="226885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3"/>
          <p:cNvSpPr txBox="1"/>
          <p:nvPr/>
        </p:nvSpPr>
        <p:spPr>
          <a:xfrm>
            <a:off x="828675" y="60991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" name="Google Shape;28;p3"/>
          <p:cNvSpPr txBox="1"/>
          <p:nvPr>
            <p:ph type="title"/>
          </p:nvPr>
        </p:nvSpPr>
        <p:spPr>
          <a:xfrm>
            <a:off x="822960" y="3657600"/>
            <a:ext cx="10455081" cy="9235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" type="body"/>
          </p:nvPr>
        </p:nvSpPr>
        <p:spPr>
          <a:xfrm>
            <a:off x="831851" y="4589464"/>
            <a:ext cx="9236709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B95"/>
              </a:buClr>
              <a:buSzPts val="2000"/>
              <a:buNone/>
              <a:defRPr sz="2000">
                <a:solidFill>
                  <a:srgbClr val="888B95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B95"/>
              </a:buClr>
              <a:buSzPts val="1800"/>
              <a:buNone/>
              <a:defRPr sz="1800">
                <a:solidFill>
                  <a:srgbClr val="888B95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B95"/>
              </a:buClr>
              <a:buSzPts val="1600"/>
              <a:buNone/>
              <a:defRPr sz="1600">
                <a:solidFill>
                  <a:srgbClr val="888B95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B95"/>
              </a:buClr>
              <a:buSzPts val="1600"/>
              <a:buNone/>
              <a:defRPr sz="1600">
                <a:solidFill>
                  <a:srgbClr val="888B9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888B95"/>
              </a:buClr>
              <a:buSzPts val="1600"/>
              <a:buNone/>
              <a:defRPr sz="1600">
                <a:solidFill>
                  <a:srgbClr val="888B9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5"/>
              </a:buClr>
              <a:buSzPts val="1600"/>
              <a:buNone/>
              <a:defRPr sz="1600">
                <a:solidFill>
                  <a:srgbClr val="888B9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5"/>
              </a:buClr>
              <a:buSzPts val="1600"/>
              <a:buNone/>
              <a:defRPr sz="1600">
                <a:solidFill>
                  <a:srgbClr val="888B9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5"/>
              </a:buClr>
              <a:buSzPts val="1600"/>
              <a:buNone/>
              <a:defRPr sz="1600">
                <a:solidFill>
                  <a:srgbClr val="888B95"/>
                </a:solidFill>
              </a:defRPr>
            </a:lvl9pPr>
          </a:lstStyle>
          <a:p/>
        </p:txBody>
      </p:sp>
      <p:sp>
        <p:nvSpPr>
          <p:cNvPr id="30" name="Google Shape;30;p3"/>
          <p:cNvSpPr txBox="1"/>
          <p:nvPr>
            <p:ph idx="10" type="dt"/>
          </p:nvPr>
        </p:nvSpPr>
        <p:spPr>
          <a:xfrm rot="5400000">
            <a:off x="9722644" y="1875632"/>
            <a:ext cx="2743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"/>
          <p:cNvSpPr txBox="1"/>
          <p:nvPr>
            <p:ph idx="12" type="sldNum"/>
          </p:nvPr>
        </p:nvSpPr>
        <p:spPr>
          <a:xfrm>
            <a:off x="10820400" y="234950"/>
            <a:ext cx="5222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p3"/>
          <p:cNvSpPr txBox="1"/>
          <p:nvPr>
            <p:ph idx="11" type="ftr"/>
          </p:nvPr>
        </p:nvSpPr>
        <p:spPr>
          <a:xfrm>
            <a:off x="828675" y="6099175"/>
            <a:ext cx="40560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Section Header">
  <p:cSld name="9_Section 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pic>
      <p:pic>
        <p:nvPicPr>
          <p:cNvPr id="35" name="Google Shape;3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91213" y="6206761"/>
            <a:ext cx="1375059" cy="22688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4"/>
          <p:cNvSpPr txBox="1"/>
          <p:nvPr/>
        </p:nvSpPr>
        <p:spPr>
          <a:xfrm>
            <a:off x="828675" y="60991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" name="Google Shape;37;p4"/>
          <p:cNvSpPr txBox="1"/>
          <p:nvPr>
            <p:ph type="title"/>
          </p:nvPr>
        </p:nvSpPr>
        <p:spPr>
          <a:xfrm>
            <a:off x="822960" y="3657600"/>
            <a:ext cx="10455081" cy="92788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idx="1" type="body"/>
          </p:nvPr>
        </p:nvSpPr>
        <p:spPr>
          <a:xfrm>
            <a:off x="831851" y="4589464"/>
            <a:ext cx="9236709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B95"/>
              </a:buClr>
              <a:buSzPts val="2000"/>
              <a:buNone/>
              <a:defRPr sz="2000">
                <a:solidFill>
                  <a:srgbClr val="888B95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B95"/>
              </a:buClr>
              <a:buSzPts val="1800"/>
              <a:buNone/>
              <a:defRPr sz="1800">
                <a:solidFill>
                  <a:srgbClr val="888B95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B95"/>
              </a:buClr>
              <a:buSzPts val="1600"/>
              <a:buNone/>
              <a:defRPr sz="1600">
                <a:solidFill>
                  <a:srgbClr val="888B95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B95"/>
              </a:buClr>
              <a:buSzPts val="1600"/>
              <a:buNone/>
              <a:defRPr sz="1600">
                <a:solidFill>
                  <a:srgbClr val="888B9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888B95"/>
              </a:buClr>
              <a:buSzPts val="1600"/>
              <a:buNone/>
              <a:defRPr sz="1600">
                <a:solidFill>
                  <a:srgbClr val="888B9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5"/>
              </a:buClr>
              <a:buSzPts val="1600"/>
              <a:buNone/>
              <a:defRPr sz="1600">
                <a:solidFill>
                  <a:srgbClr val="888B9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5"/>
              </a:buClr>
              <a:buSzPts val="1600"/>
              <a:buNone/>
              <a:defRPr sz="1600">
                <a:solidFill>
                  <a:srgbClr val="888B9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5"/>
              </a:buClr>
              <a:buSzPts val="1600"/>
              <a:buNone/>
              <a:defRPr sz="1600">
                <a:solidFill>
                  <a:srgbClr val="888B95"/>
                </a:solidFill>
              </a:defRPr>
            </a:lvl9pPr>
          </a:lstStyle>
          <a:p/>
        </p:txBody>
      </p:sp>
      <p:sp>
        <p:nvSpPr>
          <p:cNvPr id="39" name="Google Shape;39;p4"/>
          <p:cNvSpPr txBox="1"/>
          <p:nvPr>
            <p:ph idx="10" type="dt"/>
          </p:nvPr>
        </p:nvSpPr>
        <p:spPr>
          <a:xfrm rot="5400000">
            <a:off x="9722644" y="1875632"/>
            <a:ext cx="2743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"/>
          <p:cNvSpPr txBox="1"/>
          <p:nvPr>
            <p:ph idx="12" type="sldNum"/>
          </p:nvPr>
        </p:nvSpPr>
        <p:spPr>
          <a:xfrm>
            <a:off x="10820400" y="234950"/>
            <a:ext cx="5222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" name="Google Shape;41;p4"/>
          <p:cNvSpPr txBox="1"/>
          <p:nvPr>
            <p:ph idx="11" type="ftr"/>
          </p:nvPr>
        </p:nvSpPr>
        <p:spPr>
          <a:xfrm>
            <a:off x="828675" y="6099175"/>
            <a:ext cx="40560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91213" y="6206761"/>
            <a:ext cx="1375059" cy="226885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/>
        </p:nvSpPr>
        <p:spPr>
          <a:xfrm>
            <a:off x="828675" y="60991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" name="Google Shape;45;p5"/>
          <p:cNvSpPr txBox="1"/>
          <p:nvPr>
            <p:ph type="title"/>
          </p:nvPr>
        </p:nvSpPr>
        <p:spPr>
          <a:xfrm>
            <a:off x="822960" y="3657600"/>
            <a:ext cx="10455081" cy="92788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" type="body"/>
          </p:nvPr>
        </p:nvSpPr>
        <p:spPr>
          <a:xfrm>
            <a:off x="831851" y="4630104"/>
            <a:ext cx="9216389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B95"/>
              </a:buClr>
              <a:buSzPts val="2000"/>
              <a:buNone/>
              <a:defRPr sz="2000">
                <a:solidFill>
                  <a:srgbClr val="888B95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B95"/>
              </a:buClr>
              <a:buSzPts val="1800"/>
              <a:buNone/>
              <a:defRPr sz="1800">
                <a:solidFill>
                  <a:srgbClr val="888B95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B95"/>
              </a:buClr>
              <a:buSzPts val="1600"/>
              <a:buNone/>
              <a:defRPr sz="1600">
                <a:solidFill>
                  <a:srgbClr val="888B95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B95"/>
              </a:buClr>
              <a:buSzPts val="1600"/>
              <a:buNone/>
              <a:defRPr sz="1600">
                <a:solidFill>
                  <a:srgbClr val="888B9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888B95"/>
              </a:buClr>
              <a:buSzPts val="1600"/>
              <a:buNone/>
              <a:defRPr sz="1600">
                <a:solidFill>
                  <a:srgbClr val="888B9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5"/>
              </a:buClr>
              <a:buSzPts val="1600"/>
              <a:buNone/>
              <a:defRPr sz="1600">
                <a:solidFill>
                  <a:srgbClr val="888B9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5"/>
              </a:buClr>
              <a:buSzPts val="1600"/>
              <a:buNone/>
              <a:defRPr sz="1600">
                <a:solidFill>
                  <a:srgbClr val="888B9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5"/>
              </a:buClr>
              <a:buSzPts val="1600"/>
              <a:buNone/>
              <a:defRPr sz="1600">
                <a:solidFill>
                  <a:srgbClr val="888B95"/>
                </a:solidFill>
              </a:defRPr>
            </a:lvl9pPr>
          </a:lstStyle>
          <a:p/>
        </p:txBody>
      </p:sp>
      <p:sp>
        <p:nvSpPr>
          <p:cNvPr id="47" name="Google Shape;47;p5"/>
          <p:cNvSpPr txBox="1"/>
          <p:nvPr>
            <p:ph idx="10" type="dt"/>
          </p:nvPr>
        </p:nvSpPr>
        <p:spPr>
          <a:xfrm rot="5400000">
            <a:off x="9722644" y="1875632"/>
            <a:ext cx="2743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0938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"/>
          <p:cNvSpPr txBox="1"/>
          <p:nvPr>
            <p:ph idx="12" type="sldNum"/>
          </p:nvPr>
        </p:nvSpPr>
        <p:spPr>
          <a:xfrm>
            <a:off x="10820400" y="234950"/>
            <a:ext cx="5222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" name="Google Shape;49;p5"/>
          <p:cNvSpPr txBox="1"/>
          <p:nvPr>
            <p:ph idx="11" type="ftr"/>
          </p:nvPr>
        </p:nvSpPr>
        <p:spPr>
          <a:xfrm>
            <a:off x="828675" y="6099175"/>
            <a:ext cx="40560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>
  <p:cSld name="1_Section Header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91213" y="6206761"/>
            <a:ext cx="1375059" cy="226885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6"/>
          <p:cNvSpPr txBox="1"/>
          <p:nvPr/>
        </p:nvSpPr>
        <p:spPr>
          <a:xfrm>
            <a:off x="828675" y="60991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" name="Google Shape;53;p6"/>
          <p:cNvSpPr txBox="1"/>
          <p:nvPr>
            <p:ph type="title"/>
          </p:nvPr>
        </p:nvSpPr>
        <p:spPr>
          <a:xfrm>
            <a:off x="822960" y="3657600"/>
            <a:ext cx="10455081" cy="92788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" type="body"/>
          </p:nvPr>
        </p:nvSpPr>
        <p:spPr>
          <a:xfrm>
            <a:off x="831851" y="4630104"/>
            <a:ext cx="9216389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B95"/>
              </a:buClr>
              <a:buSzPts val="2000"/>
              <a:buNone/>
              <a:defRPr sz="2000">
                <a:solidFill>
                  <a:srgbClr val="888B95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B95"/>
              </a:buClr>
              <a:buSzPts val="1800"/>
              <a:buNone/>
              <a:defRPr sz="1800">
                <a:solidFill>
                  <a:srgbClr val="888B95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B95"/>
              </a:buClr>
              <a:buSzPts val="1600"/>
              <a:buNone/>
              <a:defRPr sz="1600">
                <a:solidFill>
                  <a:srgbClr val="888B95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B95"/>
              </a:buClr>
              <a:buSzPts val="1600"/>
              <a:buNone/>
              <a:defRPr sz="1600">
                <a:solidFill>
                  <a:srgbClr val="888B9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888B95"/>
              </a:buClr>
              <a:buSzPts val="1600"/>
              <a:buNone/>
              <a:defRPr sz="1600">
                <a:solidFill>
                  <a:srgbClr val="888B9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5"/>
              </a:buClr>
              <a:buSzPts val="1600"/>
              <a:buNone/>
              <a:defRPr sz="1600">
                <a:solidFill>
                  <a:srgbClr val="888B9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5"/>
              </a:buClr>
              <a:buSzPts val="1600"/>
              <a:buNone/>
              <a:defRPr sz="1600">
                <a:solidFill>
                  <a:srgbClr val="888B9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5"/>
              </a:buClr>
              <a:buSzPts val="1600"/>
              <a:buNone/>
              <a:defRPr sz="1600">
                <a:solidFill>
                  <a:srgbClr val="888B95"/>
                </a:solidFill>
              </a:defRPr>
            </a:lvl9pPr>
          </a:lstStyle>
          <a:p/>
        </p:txBody>
      </p:sp>
      <p:sp>
        <p:nvSpPr>
          <p:cNvPr id="55" name="Google Shape;55;p6"/>
          <p:cNvSpPr txBox="1"/>
          <p:nvPr>
            <p:ph idx="10" type="dt"/>
          </p:nvPr>
        </p:nvSpPr>
        <p:spPr>
          <a:xfrm rot="5400000">
            <a:off x="9722644" y="1875632"/>
            <a:ext cx="2743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42FEED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10820400" y="234950"/>
            <a:ext cx="5222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" name="Google Shape;57;p6"/>
          <p:cNvSpPr txBox="1"/>
          <p:nvPr>
            <p:ph idx="11" type="ftr"/>
          </p:nvPr>
        </p:nvSpPr>
        <p:spPr>
          <a:xfrm>
            <a:off x="828675" y="6099175"/>
            <a:ext cx="40560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Section Header">
  <p:cSld name="6_Section Header">
    <p:bg>
      <p:bgPr>
        <a:solidFill>
          <a:schemeClr val="lt2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"/>
          <p:cNvSpPr txBox="1"/>
          <p:nvPr/>
        </p:nvSpPr>
        <p:spPr>
          <a:xfrm>
            <a:off x="828675" y="60991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0" name="Google Shape;60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91213" y="6206761"/>
            <a:ext cx="1375059" cy="22688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7"/>
          <p:cNvSpPr txBox="1"/>
          <p:nvPr>
            <p:ph type="title"/>
          </p:nvPr>
        </p:nvSpPr>
        <p:spPr>
          <a:xfrm>
            <a:off x="822960" y="3657600"/>
            <a:ext cx="10455081" cy="92788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" type="body"/>
          </p:nvPr>
        </p:nvSpPr>
        <p:spPr>
          <a:xfrm>
            <a:off x="831851" y="4630104"/>
            <a:ext cx="9216389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B95"/>
              </a:buClr>
              <a:buSzPts val="2000"/>
              <a:buNone/>
              <a:defRPr sz="2000">
                <a:solidFill>
                  <a:srgbClr val="888B95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B95"/>
              </a:buClr>
              <a:buSzPts val="1800"/>
              <a:buNone/>
              <a:defRPr sz="1800">
                <a:solidFill>
                  <a:srgbClr val="888B95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B95"/>
              </a:buClr>
              <a:buSzPts val="1600"/>
              <a:buNone/>
              <a:defRPr sz="1600">
                <a:solidFill>
                  <a:srgbClr val="888B95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B95"/>
              </a:buClr>
              <a:buSzPts val="1600"/>
              <a:buNone/>
              <a:defRPr sz="1600">
                <a:solidFill>
                  <a:srgbClr val="888B9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888B95"/>
              </a:buClr>
              <a:buSzPts val="1600"/>
              <a:buNone/>
              <a:defRPr sz="1600">
                <a:solidFill>
                  <a:srgbClr val="888B9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5"/>
              </a:buClr>
              <a:buSzPts val="1600"/>
              <a:buNone/>
              <a:defRPr sz="1600">
                <a:solidFill>
                  <a:srgbClr val="888B9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5"/>
              </a:buClr>
              <a:buSzPts val="1600"/>
              <a:buNone/>
              <a:defRPr sz="1600">
                <a:solidFill>
                  <a:srgbClr val="888B9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5"/>
              </a:buClr>
              <a:buSzPts val="1600"/>
              <a:buNone/>
              <a:defRPr sz="1600">
                <a:solidFill>
                  <a:srgbClr val="888B95"/>
                </a:solidFill>
              </a:defRPr>
            </a:lvl9pPr>
          </a:lstStyle>
          <a:p/>
        </p:txBody>
      </p:sp>
      <p:sp>
        <p:nvSpPr>
          <p:cNvPr id="63" name="Google Shape;63;p7"/>
          <p:cNvSpPr txBox="1"/>
          <p:nvPr>
            <p:ph idx="10" type="dt"/>
          </p:nvPr>
        </p:nvSpPr>
        <p:spPr>
          <a:xfrm rot="5400000">
            <a:off x="9722644" y="1875632"/>
            <a:ext cx="2743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2" type="sldNum"/>
          </p:nvPr>
        </p:nvSpPr>
        <p:spPr>
          <a:xfrm>
            <a:off x="10820400" y="234950"/>
            <a:ext cx="5222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" name="Google Shape;65;p7"/>
          <p:cNvSpPr txBox="1"/>
          <p:nvPr>
            <p:ph idx="11" type="ftr"/>
          </p:nvPr>
        </p:nvSpPr>
        <p:spPr>
          <a:xfrm>
            <a:off x="828675" y="6099175"/>
            <a:ext cx="40560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Section Header">
  <p:cSld name="5_Section Header">
    <p:bg>
      <p:bgPr>
        <a:solidFill>
          <a:schemeClr val="dk2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91213" y="6206761"/>
            <a:ext cx="1375059" cy="22688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/>
          <p:nvPr/>
        </p:nvSpPr>
        <p:spPr>
          <a:xfrm>
            <a:off x="828675" y="60991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" name="Google Shape;69;p8"/>
          <p:cNvSpPr txBox="1"/>
          <p:nvPr>
            <p:ph type="title"/>
          </p:nvPr>
        </p:nvSpPr>
        <p:spPr>
          <a:xfrm>
            <a:off x="822960" y="3657600"/>
            <a:ext cx="10455081" cy="92788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1" type="body"/>
          </p:nvPr>
        </p:nvSpPr>
        <p:spPr>
          <a:xfrm>
            <a:off x="831851" y="4630104"/>
            <a:ext cx="9216389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B95"/>
              </a:buClr>
              <a:buSzPts val="2000"/>
              <a:buNone/>
              <a:defRPr sz="2000">
                <a:solidFill>
                  <a:srgbClr val="888B95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B95"/>
              </a:buClr>
              <a:buSzPts val="1800"/>
              <a:buNone/>
              <a:defRPr sz="1800">
                <a:solidFill>
                  <a:srgbClr val="888B95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B95"/>
              </a:buClr>
              <a:buSzPts val="1600"/>
              <a:buNone/>
              <a:defRPr sz="1600">
                <a:solidFill>
                  <a:srgbClr val="888B95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B95"/>
              </a:buClr>
              <a:buSzPts val="1600"/>
              <a:buNone/>
              <a:defRPr sz="1600">
                <a:solidFill>
                  <a:srgbClr val="888B9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888B95"/>
              </a:buClr>
              <a:buSzPts val="1600"/>
              <a:buNone/>
              <a:defRPr sz="1600">
                <a:solidFill>
                  <a:srgbClr val="888B9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5"/>
              </a:buClr>
              <a:buSzPts val="1600"/>
              <a:buNone/>
              <a:defRPr sz="1600">
                <a:solidFill>
                  <a:srgbClr val="888B9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5"/>
              </a:buClr>
              <a:buSzPts val="1600"/>
              <a:buNone/>
              <a:defRPr sz="1600">
                <a:solidFill>
                  <a:srgbClr val="888B9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5"/>
              </a:buClr>
              <a:buSzPts val="1600"/>
              <a:buNone/>
              <a:defRPr sz="1600">
                <a:solidFill>
                  <a:srgbClr val="888B95"/>
                </a:solidFill>
              </a:defRPr>
            </a:lvl9pPr>
          </a:lstStyle>
          <a:p/>
        </p:txBody>
      </p:sp>
      <p:sp>
        <p:nvSpPr>
          <p:cNvPr id="71" name="Google Shape;71;p8"/>
          <p:cNvSpPr txBox="1"/>
          <p:nvPr>
            <p:ph idx="10" type="dt"/>
          </p:nvPr>
        </p:nvSpPr>
        <p:spPr>
          <a:xfrm rot="5400000">
            <a:off x="9722644" y="1875632"/>
            <a:ext cx="2743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42FEED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8"/>
          <p:cNvSpPr txBox="1"/>
          <p:nvPr>
            <p:ph idx="12" type="sldNum"/>
          </p:nvPr>
        </p:nvSpPr>
        <p:spPr>
          <a:xfrm>
            <a:off x="10820400" y="234950"/>
            <a:ext cx="5222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8"/>
          <p:cNvSpPr txBox="1"/>
          <p:nvPr>
            <p:ph idx="11" type="ftr"/>
          </p:nvPr>
        </p:nvSpPr>
        <p:spPr>
          <a:xfrm>
            <a:off x="828675" y="6099175"/>
            <a:ext cx="40560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Section Header">
  <p:cSld name="3_Section Header">
    <p:bg>
      <p:bgPr>
        <a:solidFill>
          <a:srgbClr val="6FCFEB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91213" y="6206761"/>
            <a:ext cx="1375059" cy="22688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9"/>
          <p:cNvSpPr txBox="1"/>
          <p:nvPr/>
        </p:nvSpPr>
        <p:spPr>
          <a:xfrm>
            <a:off x="828675" y="60991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" name="Google Shape;77;p9"/>
          <p:cNvSpPr txBox="1"/>
          <p:nvPr>
            <p:ph type="title"/>
          </p:nvPr>
        </p:nvSpPr>
        <p:spPr>
          <a:xfrm>
            <a:off x="822960" y="3657600"/>
            <a:ext cx="10455081" cy="92788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9"/>
          <p:cNvSpPr txBox="1"/>
          <p:nvPr>
            <p:ph idx="1" type="body"/>
          </p:nvPr>
        </p:nvSpPr>
        <p:spPr>
          <a:xfrm>
            <a:off x="831851" y="4630104"/>
            <a:ext cx="9216389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B95"/>
              </a:buClr>
              <a:buSzPts val="2000"/>
              <a:buNone/>
              <a:defRPr sz="2000">
                <a:solidFill>
                  <a:srgbClr val="888B95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B95"/>
              </a:buClr>
              <a:buSzPts val="1800"/>
              <a:buNone/>
              <a:defRPr sz="1800">
                <a:solidFill>
                  <a:srgbClr val="888B95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B95"/>
              </a:buClr>
              <a:buSzPts val="1600"/>
              <a:buNone/>
              <a:defRPr sz="1600">
                <a:solidFill>
                  <a:srgbClr val="888B95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B95"/>
              </a:buClr>
              <a:buSzPts val="1600"/>
              <a:buNone/>
              <a:defRPr sz="1600">
                <a:solidFill>
                  <a:srgbClr val="888B9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888B95"/>
              </a:buClr>
              <a:buSzPts val="1600"/>
              <a:buNone/>
              <a:defRPr sz="1600">
                <a:solidFill>
                  <a:srgbClr val="888B9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5"/>
              </a:buClr>
              <a:buSzPts val="1600"/>
              <a:buNone/>
              <a:defRPr sz="1600">
                <a:solidFill>
                  <a:srgbClr val="888B9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5"/>
              </a:buClr>
              <a:buSzPts val="1600"/>
              <a:buNone/>
              <a:defRPr sz="1600">
                <a:solidFill>
                  <a:srgbClr val="888B9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B95"/>
              </a:buClr>
              <a:buSzPts val="1600"/>
              <a:buNone/>
              <a:defRPr sz="1600">
                <a:solidFill>
                  <a:srgbClr val="888B95"/>
                </a:solidFill>
              </a:defRPr>
            </a:lvl9pPr>
          </a:lstStyle>
          <a:p/>
        </p:txBody>
      </p:sp>
      <p:sp>
        <p:nvSpPr>
          <p:cNvPr id="79" name="Google Shape;79;p9"/>
          <p:cNvSpPr txBox="1"/>
          <p:nvPr>
            <p:ph idx="10" type="dt"/>
          </p:nvPr>
        </p:nvSpPr>
        <p:spPr>
          <a:xfrm rot="5400000">
            <a:off x="9722644" y="1875632"/>
            <a:ext cx="2743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2" type="sldNum"/>
          </p:nvPr>
        </p:nvSpPr>
        <p:spPr>
          <a:xfrm>
            <a:off x="10820400" y="234950"/>
            <a:ext cx="5222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" name="Google Shape;81;p9"/>
          <p:cNvSpPr txBox="1"/>
          <p:nvPr>
            <p:ph idx="11" type="ftr"/>
          </p:nvPr>
        </p:nvSpPr>
        <p:spPr>
          <a:xfrm>
            <a:off x="828675" y="6099175"/>
            <a:ext cx="40560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91213" y="6206761"/>
            <a:ext cx="1375059" cy="22688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0"/>
          <p:cNvSpPr txBox="1"/>
          <p:nvPr>
            <p:ph type="title"/>
          </p:nvPr>
        </p:nvSpPr>
        <p:spPr>
          <a:xfrm>
            <a:off x="838200" y="365125"/>
            <a:ext cx="998158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0"/>
          <p:cNvSpPr txBox="1"/>
          <p:nvPr>
            <p:ph idx="1" type="body"/>
          </p:nvPr>
        </p:nvSpPr>
        <p:spPr>
          <a:xfrm>
            <a:off x="838200" y="1825625"/>
            <a:ext cx="915924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10"/>
          <p:cNvSpPr txBox="1"/>
          <p:nvPr>
            <p:ph idx="10" type="dt"/>
          </p:nvPr>
        </p:nvSpPr>
        <p:spPr>
          <a:xfrm rot="5400000">
            <a:off x="9722644" y="1875632"/>
            <a:ext cx="2743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0938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0"/>
          <p:cNvSpPr txBox="1"/>
          <p:nvPr>
            <p:ph idx="12" type="sldNum"/>
          </p:nvPr>
        </p:nvSpPr>
        <p:spPr>
          <a:xfrm>
            <a:off x="10820400" y="234950"/>
            <a:ext cx="5222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" name="Google Shape;88;p10"/>
          <p:cNvSpPr txBox="1"/>
          <p:nvPr>
            <p:ph idx="11" type="ftr"/>
          </p:nvPr>
        </p:nvSpPr>
        <p:spPr>
          <a:xfrm>
            <a:off x="828675" y="6099175"/>
            <a:ext cx="40560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bg>
      <p:bgPr>
        <a:solidFill>
          <a:schemeClr val="dk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91213" y="6206761"/>
            <a:ext cx="1375059" cy="22688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1"/>
          <p:cNvSpPr txBox="1"/>
          <p:nvPr>
            <p:ph type="title"/>
          </p:nvPr>
        </p:nvSpPr>
        <p:spPr>
          <a:xfrm>
            <a:off x="838199" y="365125"/>
            <a:ext cx="998158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FFFF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1"/>
          <p:cNvSpPr txBox="1"/>
          <p:nvPr>
            <p:ph idx="1" type="body"/>
          </p:nvPr>
        </p:nvSpPr>
        <p:spPr>
          <a:xfrm>
            <a:off x="838200" y="1825625"/>
            <a:ext cx="915924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indent="-3810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  <a:defRPr>
                <a:solidFill>
                  <a:srgbClr val="FFFFFF"/>
                </a:solidFill>
              </a:defRPr>
            </a:lvl2pPr>
            <a:lvl3pPr indent="-355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000"/>
              <a:buChar char="•"/>
              <a:defRPr>
                <a:solidFill>
                  <a:srgbClr val="FFFFFF"/>
                </a:solidFill>
              </a:defRPr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>
                <a:solidFill>
                  <a:srgbClr val="FFFFFF"/>
                </a:solidFill>
              </a:defRPr>
            </a:lvl4pPr>
            <a:lvl5pPr indent="-3429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11"/>
          <p:cNvSpPr txBox="1"/>
          <p:nvPr>
            <p:ph idx="10" type="dt"/>
          </p:nvPr>
        </p:nvSpPr>
        <p:spPr>
          <a:xfrm rot="5400000">
            <a:off x="9722644" y="1875632"/>
            <a:ext cx="2743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42FEED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1"/>
          <p:cNvSpPr txBox="1"/>
          <p:nvPr>
            <p:ph idx="12" type="sldNum"/>
          </p:nvPr>
        </p:nvSpPr>
        <p:spPr>
          <a:xfrm>
            <a:off x="10820400" y="234950"/>
            <a:ext cx="5222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p11"/>
          <p:cNvSpPr txBox="1"/>
          <p:nvPr>
            <p:ph idx="11" type="ftr"/>
          </p:nvPr>
        </p:nvSpPr>
        <p:spPr>
          <a:xfrm>
            <a:off x="828675" y="6099175"/>
            <a:ext cx="40560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and Content">
  <p:cSld name="2_Title and Content">
    <p:bg>
      <p:bgPr>
        <a:solidFill>
          <a:schemeClr val="l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91213" y="6206761"/>
            <a:ext cx="1375059" cy="22688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2"/>
          <p:cNvSpPr txBox="1"/>
          <p:nvPr/>
        </p:nvSpPr>
        <p:spPr>
          <a:xfrm>
            <a:off x="828675" y="60991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" name="Google Shape;99;p12"/>
          <p:cNvSpPr txBox="1"/>
          <p:nvPr>
            <p:ph type="title"/>
          </p:nvPr>
        </p:nvSpPr>
        <p:spPr>
          <a:xfrm>
            <a:off x="838200" y="365125"/>
            <a:ext cx="998158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2"/>
          <p:cNvSpPr txBox="1"/>
          <p:nvPr>
            <p:ph idx="1" type="body"/>
          </p:nvPr>
        </p:nvSpPr>
        <p:spPr>
          <a:xfrm>
            <a:off x="838200" y="1825625"/>
            <a:ext cx="915924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12"/>
          <p:cNvSpPr txBox="1"/>
          <p:nvPr>
            <p:ph idx="10" type="dt"/>
          </p:nvPr>
        </p:nvSpPr>
        <p:spPr>
          <a:xfrm rot="5400000">
            <a:off x="9722644" y="1875632"/>
            <a:ext cx="2743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2"/>
          <p:cNvSpPr txBox="1"/>
          <p:nvPr>
            <p:ph idx="12" type="sldNum"/>
          </p:nvPr>
        </p:nvSpPr>
        <p:spPr>
          <a:xfrm>
            <a:off x="10820400" y="234950"/>
            <a:ext cx="5222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" name="Google Shape;103;p12"/>
          <p:cNvSpPr txBox="1"/>
          <p:nvPr>
            <p:ph idx="11" type="ftr"/>
          </p:nvPr>
        </p:nvSpPr>
        <p:spPr>
          <a:xfrm>
            <a:off x="828675" y="6099175"/>
            <a:ext cx="40560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and Content">
  <p:cSld name="3_Title and Content">
    <p:bg>
      <p:bgPr>
        <a:solidFill>
          <a:schemeClr val="dk2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91213" y="6206761"/>
            <a:ext cx="1375059" cy="22688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3"/>
          <p:cNvSpPr txBox="1"/>
          <p:nvPr>
            <p:ph type="title"/>
          </p:nvPr>
        </p:nvSpPr>
        <p:spPr>
          <a:xfrm>
            <a:off x="838200" y="365125"/>
            <a:ext cx="998158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FFFF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3"/>
          <p:cNvSpPr txBox="1"/>
          <p:nvPr>
            <p:ph idx="1" type="body"/>
          </p:nvPr>
        </p:nvSpPr>
        <p:spPr>
          <a:xfrm>
            <a:off x="838200" y="1825625"/>
            <a:ext cx="915924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indent="-3810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  <a:defRPr>
                <a:solidFill>
                  <a:srgbClr val="FFFFFF"/>
                </a:solidFill>
              </a:defRPr>
            </a:lvl2pPr>
            <a:lvl3pPr indent="-355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000"/>
              <a:buChar char="•"/>
              <a:defRPr>
                <a:solidFill>
                  <a:srgbClr val="FFFFFF"/>
                </a:solidFill>
              </a:defRPr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>
                <a:solidFill>
                  <a:srgbClr val="FFFFFF"/>
                </a:solidFill>
              </a:defRPr>
            </a:lvl4pPr>
            <a:lvl5pPr indent="-3429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13"/>
          <p:cNvSpPr txBox="1"/>
          <p:nvPr>
            <p:ph idx="10" type="dt"/>
          </p:nvPr>
        </p:nvSpPr>
        <p:spPr>
          <a:xfrm rot="5400000">
            <a:off x="9722644" y="1875632"/>
            <a:ext cx="2743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42FEED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12" type="sldNum"/>
          </p:nvPr>
        </p:nvSpPr>
        <p:spPr>
          <a:xfrm>
            <a:off x="10820400" y="234950"/>
            <a:ext cx="5222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0" name="Google Shape;110;p13"/>
          <p:cNvSpPr txBox="1"/>
          <p:nvPr>
            <p:ph idx="11" type="ftr"/>
          </p:nvPr>
        </p:nvSpPr>
        <p:spPr>
          <a:xfrm>
            <a:off x="828675" y="6099175"/>
            <a:ext cx="40560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and Content">
  <p:cSld name="4_Title and Content">
    <p:bg>
      <p:bgPr>
        <a:solidFill>
          <a:srgbClr val="6FCFEB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91213" y="6206761"/>
            <a:ext cx="1375059" cy="22688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/>
          <p:cNvSpPr txBox="1"/>
          <p:nvPr/>
        </p:nvSpPr>
        <p:spPr>
          <a:xfrm>
            <a:off x="828675" y="60991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" name="Google Shape;114;p14"/>
          <p:cNvSpPr txBox="1"/>
          <p:nvPr>
            <p:ph type="title"/>
          </p:nvPr>
        </p:nvSpPr>
        <p:spPr>
          <a:xfrm>
            <a:off x="838200" y="365125"/>
            <a:ext cx="998158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4"/>
          <p:cNvSpPr txBox="1"/>
          <p:nvPr>
            <p:ph idx="1" type="body"/>
          </p:nvPr>
        </p:nvSpPr>
        <p:spPr>
          <a:xfrm>
            <a:off x="838200" y="1825625"/>
            <a:ext cx="915924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14"/>
          <p:cNvSpPr txBox="1"/>
          <p:nvPr>
            <p:ph idx="10" type="dt"/>
          </p:nvPr>
        </p:nvSpPr>
        <p:spPr>
          <a:xfrm rot="5400000">
            <a:off x="9722644" y="1875632"/>
            <a:ext cx="2743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4"/>
          <p:cNvSpPr txBox="1"/>
          <p:nvPr>
            <p:ph idx="12" type="sldNum"/>
          </p:nvPr>
        </p:nvSpPr>
        <p:spPr>
          <a:xfrm>
            <a:off x="10820400" y="234950"/>
            <a:ext cx="5222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14"/>
          <p:cNvSpPr txBox="1"/>
          <p:nvPr>
            <p:ph idx="11" type="ftr"/>
          </p:nvPr>
        </p:nvSpPr>
        <p:spPr>
          <a:xfrm>
            <a:off x="828675" y="6099175"/>
            <a:ext cx="40560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Title and Content">
  <p:cSld name="5_Title and Conten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91213" y="6206761"/>
            <a:ext cx="1375059" cy="22688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828675" y="60991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2" name="Google Shape;122;p15"/>
          <p:cNvSpPr txBox="1"/>
          <p:nvPr>
            <p:ph type="title"/>
          </p:nvPr>
        </p:nvSpPr>
        <p:spPr>
          <a:xfrm>
            <a:off x="838200" y="365125"/>
            <a:ext cx="998158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5"/>
          <p:cNvSpPr txBox="1"/>
          <p:nvPr>
            <p:ph idx="1" type="body"/>
          </p:nvPr>
        </p:nvSpPr>
        <p:spPr>
          <a:xfrm>
            <a:off x="5717753" y="1825625"/>
            <a:ext cx="4957591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indent="-2286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15"/>
          <p:cNvSpPr txBox="1"/>
          <p:nvPr>
            <p:ph idx="10" type="dt"/>
          </p:nvPr>
        </p:nvSpPr>
        <p:spPr>
          <a:xfrm rot="5400000">
            <a:off x="9722644" y="1875632"/>
            <a:ext cx="2743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0938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5"/>
          <p:cNvSpPr txBox="1"/>
          <p:nvPr>
            <p:ph idx="12" type="sldNum"/>
          </p:nvPr>
        </p:nvSpPr>
        <p:spPr>
          <a:xfrm>
            <a:off x="10820400" y="234950"/>
            <a:ext cx="5222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p15"/>
          <p:cNvSpPr txBox="1"/>
          <p:nvPr>
            <p:ph idx="11" type="ftr"/>
          </p:nvPr>
        </p:nvSpPr>
        <p:spPr>
          <a:xfrm>
            <a:off x="828675" y="6099175"/>
            <a:ext cx="40560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Title and Content">
  <p:cSld name="6_Title and Content">
    <p:bg>
      <p:bgPr>
        <a:solidFill>
          <a:schemeClr val="dk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 txBox="1"/>
          <p:nvPr/>
        </p:nvSpPr>
        <p:spPr>
          <a:xfrm>
            <a:off x="828675" y="60991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29" name="Google Shape;129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91213" y="6206761"/>
            <a:ext cx="1375059" cy="22688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>
            <p:ph type="title"/>
          </p:nvPr>
        </p:nvSpPr>
        <p:spPr>
          <a:xfrm>
            <a:off x="838200" y="365125"/>
            <a:ext cx="998158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FFFF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6"/>
          <p:cNvSpPr txBox="1"/>
          <p:nvPr>
            <p:ph idx="1" type="body"/>
          </p:nvPr>
        </p:nvSpPr>
        <p:spPr>
          <a:xfrm>
            <a:off x="838200" y="1825625"/>
            <a:ext cx="915924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indent="-3810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  <a:defRPr>
                <a:solidFill>
                  <a:srgbClr val="FFFFFF"/>
                </a:solidFill>
              </a:defRPr>
            </a:lvl2pPr>
            <a:lvl3pPr indent="-355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000"/>
              <a:buChar char="•"/>
              <a:defRPr>
                <a:solidFill>
                  <a:srgbClr val="FFFFFF"/>
                </a:solidFill>
              </a:defRPr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>
                <a:solidFill>
                  <a:srgbClr val="FFFFFF"/>
                </a:solidFill>
              </a:defRPr>
            </a:lvl4pPr>
            <a:lvl5pPr indent="-3429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2" name="Google Shape;132;p16"/>
          <p:cNvSpPr txBox="1"/>
          <p:nvPr>
            <p:ph idx="10" type="dt"/>
          </p:nvPr>
        </p:nvSpPr>
        <p:spPr>
          <a:xfrm rot="5400000">
            <a:off x="9722644" y="1875632"/>
            <a:ext cx="2743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42FEED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6"/>
          <p:cNvSpPr txBox="1"/>
          <p:nvPr>
            <p:ph idx="12" type="sldNum"/>
          </p:nvPr>
        </p:nvSpPr>
        <p:spPr>
          <a:xfrm>
            <a:off x="10820400" y="234950"/>
            <a:ext cx="5222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4" name="Google Shape;134;p16"/>
          <p:cNvSpPr txBox="1"/>
          <p:nvPr>
            <p:ph idx="11" type="ftr"/>
          </p:nvPr>
        </p:nvSpPr>
        <p:spPr>
          <a:xfrm>
            <a:off x="828675" y="6099175"/>
            <a:ext cx="40560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Title and Content">
  <p:cSld name="7_Title and Content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91213" y="6206761"/>
            <a:ext cx="1375059" cy="22688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828675" y="60991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8" name="Google Shape;138;p17"/>
          <p:cNvSpPr txBox="1"/>
          <p:nvPr>
            <p:ph type="title"/>
          </p:nvPr>
        </p:nvSpPr>
        <p:spPr>
          <a:xfrm>
            <a:off x="838200" y="365125"/>
            <a:ext cx="998158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17"/>
          <p:cNvSpPr txBox="1"/>
          <p:nvPr>
            <p:ph idx="1" type="body"/>
          </p:nvPr>
        </p:nvSpPr>
        <p:spPr>
          <a:xfrm>
            <a:off x="838200" y="1825625"/>
            <a:ext cx="915924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0" name="Google Shape;140;p17"/>
          <p:cNvSpPr txBox="1"/>
          <p:nvPr>
            <p:ph idx="10" type="dt"/>
          </p:nvPr>
        </p:nvSpPr>
        <p:spPr>
          <a:xfrm rot="5400000">
            <a:off x="9722644" y="1875632"/>
            <a:ext cx="2743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7"/>
          <p:cNvSpPr txBox="1"/>
          <p:nvPr>
            <p:ph idx="12" type="sldNum"/>
          </p:nvPr>
        </p:nvSpPr>
        <p:spPr>
          <a:xfrm>
            <a:off x="10820400" y="234950"/>
            <a:ext cx="5222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2" name="Google Shape;142;p17"/>
          <p:cNvSpPr txBox="1"/>
          <p:nvPr>
            <p:ph idx="11" type="ftr"/>
          </p:nvPr>
        </p:nvSpPr>
        <p:spPr>
          <a:xfrm>
            <a:off x="828675" y="6099175"/>
            <a:ext cx="40560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Title and Content">
  <p:cSld name="8_Title and Content">
    <p:bg>
      <p:bgPr>
        <a:solidFill>
          <a:schemeClr val="dk2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8"/>
          <p:cNvSpPr txBox="1"/>
          <p:nvPr/>
        </p:nvSpPr>
        <p:spPr>
          <a:xfrm>
            <a:off x="828675" y="60991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45" name="Google Shape;145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91213" y="6206761"/>
            <a:ext cx="1375059" cy="22688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 txBox="1"/>
          <p:nvPr>
            <p:ph type="title"/>
          </p:nvPr>
        </p:nvSpPr>
        <p:spPr>
          <a:xfrm>
            <a:off x="838200" y="365125"/>
            <a:ext cx="998158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FFFF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8"/>
          <p:cNvSpPr txBox="1"/>
          <p:nvPr>
            <p:ph idx="1" type="body"/>
          </p:nvPr>
        </p:nvSpPr>
        <p:spPr>
          <a:xfrm>
            <a:off x="838200" y="1825625"/>
            <a:ext cx="915924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indent="-3810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  <a:defRPr>
                <a:solidFill>
                  <a:srgbClr val="FFFFFF"/>
                </a:solidFill>
              </a:defRPr>
            </a:lvl2pPr>
            <a:lvl3pPr indent="-355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000"/>
              <a:buChar char="•"/>
              <a:defRPr>
                <a:solidFill>
                  <a:srgbClr val="FFFFFF"/>
                </a:solidFill>
              </a:defRPr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>
                <a:solidFill>
                  <a:srgbClr val="FFFFFF"/>
                </a:solidFill>
              </a:defRPr>
            </a:lvl4pPr>
            <a:lvl5pPr indent="-3429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p18"/>
          <p:cNvSpPr txBox="1"/>
          <p:nvPr>
            <p:ph idx="10" type="dt"/>
          </p:nvPr>
        </p:nvSpPr>
        <p:spPr>
          <a:xfrm rot="5400000">
            <a:off x="9722644" y="1875632"/>
            <a:ext cx="2743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42FEED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8"/>
          <p:cNvSpPr txBox="1"/>
          <p:nvPr>
            <p:ph idx="12" type="sldNum"/>
          </p:nvPr>
        </p:nvSpPr>
        <p:spPr>
          <a:xfrm>
            <a:off x="10820400" y="234950"/>
            <a:ext cx="5222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0" name="Google Shape;150;p18"/>
          <p:cNvSpPr txBox="1"/>
          <p:nvPr>
            <p:ph idx="11" type="ftr"/>
          </p:nvPr>
        </p:nvSpPr>
        <p:spPr>
          <a:xfrm>
            <a:off x="828675" y="6099175"/>
            <a:ext cx="40560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Title and Content">
  <p:cSld name="9_Title and Content">
    <p:bg>
      <p:bgPr>
        <a:solidFill>
          <a:srgbClr val="6FCFEB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91213" y="6206761"/>
            <a:ext cx="1375059" cy="22688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9"/>
          <p:cNvSpPr txBox="1"/>
          <p:nvPr/>
        </p:nvSpPr>
        <p:spPr>
          <a:xfrm>
            <a:off x="828675" y="60991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4" name="Google Shape;154;p19"/>
          <p:cNvSpPr txBox="1"/>
          <p:nvPr>
            <p:ph type="title"/>
          </p:nvPr>
        </p:nvSpPr>
        <p:spPr>
          <a:xfrm>
            <a:off x="838200" y="365125"/>
            <a:ext cx="998158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9"/>
          <p:cNvSpPr txBox="1"/>
          <p:nvPr>
            <p:ph idx="1" type="body"/>
          </p:nvPr>
        </p:nvSpPr>
        <p:spPr>
          <a:xfrm>
            <a:off x="838200" y="1825625"/>
            <a:ext cx="915924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p19"/>
          <p:cNvSpPr txBox="1"/>
          <p:nvPr>
            <p:ph idx="10" type="dt"/>
          </p:nvPr>
        </p:nvSpPr>
        <p:spPr>
          <a:xfrm rot="5400000">
            <a:off x="9722644" y="1875632"/>
            <a:ext cx="2743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19"/>
          <p:cNvSpPr txBox="1"/>
          <p:nvPr>
            <p:ph idx="12" type="sldNum"/>
          </p:nvPr>
        </p:nvSpPr>
        <p:spPr>
          <a:xfrm>
            <a:off x="10820400" y="234950"/>
            <a:ext cx="5222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8" name="Google Shape;158;p19"/>
          <p:cNvSpPr txBox="1"/>
          <p:nvPr>
            <p:ph idx="11" type="ftr"/>
          </p:nvPr>
        </p:nvSpPr>
        <p:spPr>
          <a:xfrm>
            <a:off x="828675" y="6099175"/>
            <a:ext cx="40560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91213" y="6206761"/>
            <a:ext cx="1375059" cy="22688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0"/>
          <p:cNvSpPr txBox="1"/>
          <p:nvPr/>
        </p:nvSpPr>
        <p:spPr>
          <a:xfrm>
            <a:off x="828675" y="60991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2" name="Google Shape;162;p20"/>
          <p:cNvSpPr txBox="1"/>
          <p:nvPr>
            <p:ph type="title"/>
          </p:nvPr>
        </p:nvSpPr>
        <p:spPr>
          <a:xfrm>
            <a:off x="838200" y="365125"/>
            <a:ext cx="998158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20"/>
          <p:cNvSpPr txBox="1"/>
          <p:nvPr>
            <p:ph idx="1" type="body"/>
          </p:nvPr>
        </p:nvSpPr>
        <p:spPr>
          <a:xfrm>
            <a:off x="838200" y="1825625"/>
            <a:ext cx="448564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20"/>
          <p:cNvSpPr txBox="1"/>
          <p:nvPr>
            <p:ph idx="2" type="body"/>
          </p:nvPr>
        </p:nvSpPr>
        <p:spPr>
          <a:xfrm>
            <a:off x="5471160" y="1825625"/>
            <a:ext cx="448564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5" name="Google Shape;165;p20"/>
          <p:cNvSpPr txBox="1"/>
          <p:nvPr>
            <p:ph idx="10" type="dt"/>
          </p:nvPr>
        </p:nvSpPr>
        <p:spPr>
          <a:xfrm rot="5400000">
            <a:off x="9722644" y="1875632"/>
            <a:ext cx="2743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0938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20"/>
          <p:cNvSpPr txBox="1"/>
          <p:nvPr>
            <p:ph idx="12" type="sldNum"/>
          </p:nvPr>
        </p:nvSpPr>
        <p:spPr>
          <a:xfrm>
            <a:off x="10820400" y="234950"/>
            <a:ext cx="5222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7" name="Google Shape;167;p20"/>
          <p:cNvSpPr txBox="1"/>
          <p:nvPr>
            <p:ph idx="11" type="ftr"/>
          </p:nvPr>
        </p:nvSpPr>
        <p:spPr>
          <a:xfrm>
            <a:off x="828675" y="6099175"/>
            <a:ext cx="40560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wo Content">
  <p:cSld name="3_Two Content">
    <p:bg>
      <p:bgPr>
        <a:solidFill>
          <a:schemeClr val="dk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1"/>
          <p:cNvSpPr txBox="1"/>
          <p:nvPr/>
        </p:nvSpPr>
        <p:spPr>
          <a:xfrm>
            <a:off x="828675" y="60991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0" name="Google Shape;170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91213" y="6206761"/>
            <a:ext cx="1375059" cy="22688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1"/>
          <p:cNvSpPr txBox="1"/>
          <p:nvPr>
            <p:ph type="title"/>
          </p:nvPr>
        </p:nvSpPr>
        <p:spPr>
          <a:xfrm>
            <a:off x="838200" y="365125"/>
            <a:ext cx="998158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>
                <a:solidFill>
                  <a:srgbClr val="FFFFFF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1"/>
          <p:cNvSpPr txBox="1"/>
          <p:nvPr>
            <p:ph idx="1" type="body"/>
          </p:nvPr>
        </p:nvSpPr>
        <p:spPr>
          <a:xfrm>
            <a:off x="838200" y="1825625"/>
            <a:ext cx="448564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indent="-3810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  <a:defRPr>
                <a:solidFill>
                  <a:srgbClr val="FFFFFF"/>
                </a:solidFill>
              </a:defRPr>
            </a:lvl2pPr>
            <a:lvl3pPr indent="-355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000"/>
              <a:buChar char="•"/>
              <a:defRPr>
                <a:solidFill>
                  <a:srgbClr val="FFFFFF"/>
                </a:solidFill>
              </a:defRPr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>
                <a:solidFill>
                  <a:srgbClr val="FFFFFF"/>
                </a:solidFill>
              </a:defRPr>
            </a:lvl4pPr>
            <a:lvl5pPr indent="-3429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3" name="Google Shape;173;p21"/>
          <p:cNvSpPr txBox="1"/>
          <p:nvPr>
            <p:ph idx="2" type="body"/>
          </p:nvPr>
        </p:nvSpPr>
        <p:spPr>
          <a:xfrm>
            <a:off x="5471160" y="1825625"/>
            <a:ext cx="448564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indent="-3810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  <a:defRPr>
                <a:solidFill>
                  <a:srgbClr val="FFFFFF"/>
                </a:solidFill>
              </a:defRPr>
            </a:lvl2pPr>
            <a:lvl3pPr indent="-355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000"/>
              <a:buChar char="•"/>
              <a:defRPr>
                <a:solidFill>
                  <a:srgbClr val="FFFFFF"/>
                </a:solidFill>
              </a:defRPr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>
                <a:solidFill>
                  <a:srgbClr val="FFFFFF"/>
                </a:solidFill>
              </a:defRPr>
            </a:lvl4pPr>
            <a:lvl5pPr indent="-3429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4" name="Google Shape;174;p21"/>
          <p:cNvSpPr txBox="1"/>
          <p:nvPr>
            <p:ph idx="10" type="dt"/>
          </p:nvPr>
        </p:nvSpPr>
        <p:spPr>
          <a:xfrm rot="5400000">
            <a:off x="9722644" y="1875632"/>
            <a:ext cx="2743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42FEED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21"/>
          <p:cNvSpPr txBox="1"/>
          <p:nvPr>
            <p:ph idx="12" type="sldNum"/>
          </p:nvPr>
        </p:nvSpPr>
        <p:spPr>
          <a:xfrm>
            <a:off x="10820400" y="234950"/>
            <a:ext cx="5222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6" name="Google Shape;176;p21"/>
          <p:cNvSpPr txBox="1"/>
          <p:nvPr>
            <p:ph idx="11" type="ftr"/>
          </p:nvPr>
        </p:nvSpPr>
        <p:spPr>
          <a:xfrm>
            <a:off x="828675" y="6099175"/>
            <a:ext cx="40560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wo Content">
  <p:cSld name="1_Two Content"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91213" y="6206761"/>
            <a:ext cx="1375059" cy="22688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2"/>
          <p:cNvSpPr txBox="1"/>
          <p:nvPr/>
        </p:nvSpPr>
        <p:spPr>
          <a:xfrm>
            <a:off x="828675" y="60991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0" name="Google Shape;180;p22"/>
          <p:cNvSpPr txBox="1"/>
          <p:nvPr>
            <p:ph type="title"/>
          </p:nvPr>
        </p:nvSpPr>
        <p:spPr>
          <a:xfrm>
            <a:off x="838200" y="365125"/>
            <a:ext cx="998158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2"/>
          <p:cNvSpPr txBox="1"/>
          <p:nvPr>
            <p:ph idx="1" type="body"/>
          </p:nvPr>
        </p:nvSpPr>
        <p:spPr>
          <a:xfrm>
            <a:off x="838200" y="1825625"/>
            <a:ext cx="448564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2" name="Google Shape;182;p22"/>
          <p:cNvSpPr txBox="1"/>
          <p:nvPr>
            <p:ph idx="2" type="body"/>
          </p:nvPr>
        </p:nvSpPr>
        <p:spPr>
          <a:xfrm>
            <a:off x="5471160" y="1825625"/>
            <a:ext cx="448564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3" name="Google Shape;183;p22"/>
          <p:cNvSpPr txBox="1"/>
          <p:nvPr>
            <p:ph idx="10" type="dt"/>
          </p:nvPr>
        </p:nvSpPr>
        <p:spPr>
          <a:xfrm rot="5400000">
            <a:off x="9722644" y="1875632"/>
            <a:ext cx="2743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22"/>
          <p:cNvSpPr txBox="1"/>
          <p:nvPr>
            <p:ph idx="12" type="sldNum"/>
          </p:nvPr>
        </p:nvSpPr>
        <p:spPr>
          <a:xfrm>
            <a:off x="10820400" y="234950"/>
            <a:ext cx="5222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5" name="Google Shape;185;p22"/>
          <p:cNvSpPr txBox="1"/>
          <p:nvPr>
            <p:ph idx="11" type="ftr"/>
          </p:nvPr>
        </p:nvSpPr>
        <p:spPr>
          <a:xfrm>
            <a:off x="828675" y="6099175"/>
            <a:ext cx="40560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wo Content">
  <p:cSld name="4_Two Content">
    <p:bg>
      <p:bgPr>
        <a:solidFill>
          <a:schemeClr val="dk2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3"/>
          <p:cNvSpPr txBox="1"/>
          <p:nvPr/>
        </p:nvSpPr>
        <p:spPr>
          <a:xfrm>
            <a:off x="828675" y="60991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88" name="Google Shape;18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91213" y="6206761"/>
            <a:ext cx="1375059" cy="22688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3"/>
          <p:cNvSpPr txBox="1"/>
          <p:nvPr>
            <p:ph type="title"/>
          </p:nvPr>
        </p:nvSpPr>
        <p:spPr>
          <a:xfrm>
            <a:off x="838200" y="365125"/>
            <a:ext cx="998158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>
                <a:solidFill>
                  <a:srgbClr val="FFFFFF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23"/>
          <p:cNvSpPr txBox="1"/>
          <p:nvPr>
            <p:ph idx="1" type="body"/>
          </p:nvPr>
        </p:nvSpPr>
        <p:spPr>
          <a:xfrm>
            <a:off x="838200" y="1825625"/>
            <a:ext cx="448564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indent="-3810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  <a:defRPr>
                <a:solidFill>
                  <a:srgbClr val="FFFFFF"/>
                </a:solidFill>
              </a:defRPr>
            </a:lvl2pPr>
            <a:lvl3pPr indent="-355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000"/>
              <a:buChar char="•"/>
              <a:defRPr>
                <a:solidFill>
                  <a:srgbClr val="FFFFFF"/>
                </a:solidFill>
              </a:defRPr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>
                <a:solidFill>
                  <a:srgbClr val="FFFFFF"/>
                </a:solidFill>
              </a:defRPr>
            </a:lvl4pPr>
            <a:lvl5pPr indent="-3429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1" name="Google Shape;191;p23"/>
          <p:cNvSpPr txBox="1"/>
          <p:nvPr>
            <p:ph idx="2" type="body"/>
          </p:nvPr>
        </p:nvSpPr>
        <p:spPr>
          <a:xfrm>
            <a:off x="5471160" y="1825625"/>
            <a:ext cx="448564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indent="-3810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400"/>
              <a:buChar char="•"/>
              <a:defRPr>
                <a:solidFill>
                  <a:srgbClr val="FFFFFF"/>
                </a:solidFill>
              </a:defRPr>
            </a:lvl2pPr>
            <a:lvl3pPr indent="-355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000"/>
              <a:buChar char="•"/>
              <a:defRPr>
                <a:solidFill>
                  <a:srgbClr val="FFFFFF"/>
                </a:solidFill>
              </a:defRPr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>
                <a:solidFill>
                  <a:srgbClr val="FFFFFF"/>
                </a:solidFill>
              </a:defRPr>
            </a:lvl4pPr>
            <a:lvl5pPr indent="-3429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2" name="Google Shape;192;p23"/>
          <p:cNvSpPr txBox="1"/>
          <p:nvPr>
            <p:ph idx="10" type="dt"/>
          </p:nvPr>
        </p:nvSpPr>
        <p:spPr>
          <a:xfrm rot="5400000">
            <a:off x="9722644" y="1875632"/>
            <a:ext cx="2743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42FEED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23"/>
          <p:cNvSpPr txBox="1"/>
          <p:nvPr>
            <p:ph idx="12" type="sldNum"/>
          </p:nvPr>
        </p:nvSpPr>
        <p:spPr>
          <a:xfrm>
            <a:off x="10820400" y="234950"/>
            <a:ext cx="5222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4" name="Google Shape;194;p23"/>
          <p:cNvSpPr txBox="1"/>
          <p:nvPr>
            <p:ph idx="11" type="ftr"/>
          </p:nvPr>
        </p:nvSpPr>
        <p:spPr>
          <a:xfrm>
            <a:off x="828675" y="6099175"/>
            <a:ext cx="40560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wo Content">
  <p:cSld name="2_Two Content">
    <p:bg>
      <p:bgPr>
        <a:solidFill>
          <a:srgbClr val="6FCFEB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91213" y="6206761"/>
            <a:ext cx="1375059" cy="22688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4"/>
          <p:cNvSpPr txBox="1"/>
          <p:nvPr/>
        </p:nvSpPr>
        <p:spPr>
          <a:xfrm>
            <a:off x="828675" y="60991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8" name="Google Shape;198;p24"/>
          <p:cNvSpPr txBox="1"/>
          <p:nvPr>
            <p:ph type="title"/>
          </p:nvPr>
        </p:nvSpPr>
        <p:spPr>
          <a:xfrm>
            <a:off x="838200" y="365125"/>
            <a:ext cx="998158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24"/>
          <p:cNvSpPr txBox="1"/>
          <p:nvPr>
            <p:ph idx="1" type="body"/>
          </p:nvPr>
        </p:nvSpPr>
        <p:spPr>
          <a:xfrm>
            <a:off x="838200" y="1825625"/>
            <a:ext cx="448564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0" name="Google Shape;200;p24"/>
          <p:cNvSpPr txBox="1"/>
          <p:nvPr>
            <p:ph idx="2" type="body"/>
          </p:nvPr>
        </p:nvSpPr>
        <p:spPr>
          <a:xfrm>
            <a:off x="5471160" y="1825625"/>
            <a:ext cx="448564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1" name="Google Shape;201;p24"/>
          <p:cNvSpPr txBox="1"/>
          <p:nvPr>
            <p:ph idx="10" type="dt"/>
          </p:nvPr>
        </p:nvSpPr>
        <p:spPr>
          <a:xfrm rot="5400000">
            <a:off x="9722644" y="1875632"/>
            <a:ext cx="2743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24"/>
          <p:cNvSpPr txBox="1"/>
          <p:nvPr>
            <p:ph idx="12" type="sldNum"/>
          </p:nvPr>
        </p:nvSpPr>
        <p:spPr>
          <a:xfrm>
            <a:off x="10820400" y="234950"/>
            <a:ext cx="5222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3" name="Google Shape;203;p24"/>
          <p:cNvSpPr txBox="1"/>
          <p:nvPr>
            <p:ph idx="11" type="ftr"/>
          </p:nvPr>
        </p:nvSpPr>
        <p:spPr>
          <a:xfrm>
            <a:off x="828675" y="6099175"/>
            <a:ext cx="40560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Two Content">
  <p:cSld name="5_Two Content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91213" y="6206761"/>
            <a:ext cx="1375059" cy="22688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5"/>
          <p:cNvSpPr txBox="1"/>
          <p:nvPr/>
        </p:nvSpPr>
        <p:spPr>
          <a:xfrm>
            <a:off x="828675" y="60991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7" name="Google Shape;207;p25"/>
          <p:cNvSpPr txBox="1"/>
          <p:nvPr>
            <p:ph type="title"/>
          </p:nvPr>
        </p:nvSpPr>
        <p:spPr>
          <a:xfrm>
            <a:off x="838200" y="365125"/>
            <a:ext cx="998158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25"/>
          <p:cNvSpPr txBox="1"/>
          <p:nvPr>
            <p:ph idx="1" type="body"/>
          </p:nvPr>
        </p:nvSpPr>
        <p:spPr>
          <a:xfrm>
            <a:off x="6675120" y="1825625"/>
            <a:ext cx="448564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9" name="Google Shape;209;p25"/>
          <p:cNvSpPr txBox="1"/>
          <p:nvPr>
            <p:ph idx="10" type="dt"/>
          </p:nvPr>
        </p:nvSpPr>
        <p:spPr>
          <a:xfrm rot="5400000">
            <a:off x="9722644" y="1875632"/>
            <a:ext cx="2743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0938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25"/>
          <p:cNvSpPr txBox="1"/>
          <p:nvPr>
            <p:ph idx="12" type="sldNum"/>
          </p:nvPr>
        </p:nvSpPr>
        <p:spPr>
          <a:xfrm>
            <a:off x="10820400" y="234950"/>
            <a:ext cx="5222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1" name="Google Shape;211;p25"/>
          <p:cNvSpPr txBox="1"/>
          <p:nvPr>
            <p:ph idx="11" type="ftr"/>
          </p:nvPr>
        </p:nvSpPr>
        <p:spPr>
          <a:xfrm>
            <a:off x="828675" y="6099175"/>
            <a:ext cx="40560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Two Content">
  <p:cSld name="6_Two Content">
    <p:bg>
      <p:bgPr>
        <a:solidFill>
          <a:schemeClr val="dk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6"/>
          <p:cNvSpPr txBox="1"/>
          <p:nvPr/>
        </p:nvSpPr>
        <p:spPr>
          <a:xfrm>
            <a:off x="828675" y="60991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14" name="Google Shape;214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91213" y="6206761"/>
            <a:ext cx="1375059" cy="22688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6"/>
          <p:cNvSpPr txBox="1"/>
          <p:nvPr>
            <p:ph type="title"/>
          </p:nvPr>
        </p:nvSpPr>
        <p:spPr>
          <a:xfrm>
            <a:off x="838200" y="365125"/>
            <a:ext cx="998158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>
                <a:solidFill>
                  <a:srgbClr val="FFFFFF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26"/>
          <p:cNvSpPr txBox="1"/>
          <p:nvPr>
            <p:ph idx="1" type="body"/>
          </p:nvPr>
        </p:nvSpPr>
        <p:spPr>
          <a:xfrm>
            <a:off x="6675120" y="1825625"/>
            <a:ext cx="448564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>
                <a:solidFill>
                  <a:srgbClr val="FFFFFF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7" name="Google Shape;217;p26"/>
          <p:cNvSpPr txBox="1"/>
          <p:nvPr>
            <p:ph idx="10" type="dt"/>
          </p:nvPr>
        </p:nvSpPr>
        <p:spPr>
          <a:xfrm rot="5400000">
            <a:off x="9722644" y="1875632"/>
            <a:ext cx="2743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42FEED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26"/>
          <p:cNvSpPr txBox="1"/>
          <p:nvPr>
            <p:ph idx="12" type="sldNum"/>
          </p:nvPr>
        </p:nvSpPr>
        <p:spPr>
          <a:xfrm>
            <a:off x="10820400" y="234950"/>
            <a:ext cx="5222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9" name="Google Shape;219;p26"/>
          <p:cNvSpPr txBox="1"/>
          <p:nvPr>
            <p:ph idx="11" type="ftr"/>
          </p:nvPr>
        </p:nvSpPr>
        <p:spPr>
          <a:xfrm>
            <a:off x="828675" y="6099175"/>
            <a:ext cx="40560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Two Content">
  <p:cSld name="7_Two Content">
    <p:bg>
      <p:bgPr>
        <a:solidFill>
          <a:schemeClr val="lt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91213" y="6206761"/>
            <a:ext cx="1375059" cy="22688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7"/>
          <p:cNvSpPr txBox="1"/>
          <p:nvPr>
            <p:ph type="title"/>
          </p:nvPr>
        </p:nvSpPr>
        <p:spPr>
          <a:xfrm>
            <a:off x="838200" y="365125"/>
            <a:ext cx="998158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7"/>
          <p:cNvSpPr txBox="1"/>
          <p:nvPr>
            <p:ph idx="1" type="body"/>
          </p:nvPr>
        </p:nvSpPr>
        <p:spPr>
          <a:xfrm>
            <a:off x="6675120" y="1825625"/>
            <a:ext cx="448564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4" name="Google Shape;224;p27"/>
          <p:cNvSpPr txBox="1"/>
          <p:nvPr>
            <p:ph idx="10" type="dt"/>
          </p:nvPr>
        </p:nvSpPr>
        <p:spPr>
          <a:xfrm rot="5400000">
            <a:off x="9722644" y="1875632"/>
            <a:ext cx="2743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27"/>
          <p:cNvSpPr txBox="1"/>
          <p:nvPr>
            <p:ph idx="11" type="ftr"/>
          </p:nvPr>
        </p:nvSpPr>
        <p:spPr>
          <a:xfrm>
            <a:off x="828675" y="6099175"/>
            <a:ext cx="40560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7"/>
          <p:cNvSpPr txBox="1"/>
          <p:nvPr>
            <p:ph idx="12" type="sldNum"/>
          </p:nvPr>
        </p:nvSpPr>
        <p:spPr>
          <a:xfrm>
            <a:off x="10820400" y="234950"/>
            <a:ext cx="5222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Two Content">
  <p:cSld name="8_Two Content">
    <p:bg>
      <p:bgPr>
        <a:solidFill>
          <a:schemeClr val="dk2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8"/>
          <p:cNvSpPr txBox="1"/>
          <p:nvPr/>
        </p:nvSpPr>
        <p:spPr>
          <a:xfrm>
            <a:off x="828675" y="60991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29" name="Google Shape;229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91213" y="6206761"/>
            <a:ext cx="1375059" cy="22688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8"/>
          <p:cNvSpPr txBox="1"/>
          <p:nvPr>
            <p:ph type="title"/>
          </p:nvPr>
        </p:nvSpPr>
        <p:spPr>
          <a:xfrm>
            <a:off x="838200" y="365125"/>
            <a:ext cx="998158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>
                <a:solidFill>
                  <a:srgbClr val="FFFFFF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28"/>
          <p:cNvSpPr txBox="1"/>
          <p:nvPr>
            <p:ph idx="1" type="body"/>
          </p:nvPr>
        </p:nvSpPr>
        <p:spPr>
          <a:xfrm>
            <a:off x="6675120" y="1825625"/>
            <a:ext cx="448564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>
                <a:solidFill>
                  <a:srgbClr val="FFFFFF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2" name="Google Shape;232;p28"/>
          <p:cNvSpPr txBox="1"/>
          <p:nvPr>
            <p:ph idx="10" type="dt"/>
          </p:nvPr>
        </p:nvSpPr>
        <p:spPr>
          <a:xfrm rot="5400000">
            <a:off x="9722644" y="1875632"/>
            <a:ext cx="2743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42FEED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28"/>
          <p:cNvSpPr txBox="1"/>
          <p:nvPr>
            <p:ph idx="12" type="sldNum"/>
          </p:nvPr>
        </p:nvSpPr>
        <p:spPr>
          <a:xfrm>
            <a:off x="10820400" y="234950"/>
            <a:ext cx="5222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42FEE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4" name="Google Shape;234;p28"/>
          <p:cNvSpPr txBox="1"/>
          <p:nvPr>
            <p:ph idx="11" type="ftr"/>
          </p:nvPr>
        </p:nvSpPr>
        <p:spPr>
          <a:xfrm>
            <a:off x="828675" y="6099175"/>
            <a:ext cx="40560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Two Content">
  <p:cSld name="9_Two Content">
    <p:bg>
      <p:bgPr>
        <a:solidFill>
          <a:srgbClr val="6FCFEB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91213" y="6206761"/>
            <a:ext cx="1375059" cy="22688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9"/>
          <p:cNvSpPr txBox="1"/>
          <p:nvPr/>
        </p:nvSpPr>
        <p:spPr>
          <a:xfrm>
            <a:off x="828675" y="60991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8" name="Google Shape;238;p29"/>
          <p:cNvSpPr txBox="1"/>
          <p:nvPr>
            <p:ph type="title"/>
          </p:nvPr>
        </p:nvSpPr>
        <p:spPr>
          <a:xfrm>
            <a:off x="838200" y="365125"/>
            <a:ext cx="998158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29"/>
          <p:cNvSpPr txBox="1"/>
          <p:nvPr>
            <p:ph idx="1" type="body"/>
          </p:nvPr>
        </p:nvSpPr>
        <p:spPr>
          <a:xfrm>
            <a:off x="6675120" y="1825625"/>
            <a:ext cx="4485640" cy="435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indent="-2286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0" name="Google Shape;240;p29"/>
          <p:cNvSpPr txBox="1"/>
          <p:nvPr>
            <p:ph idx="10" type="dt"/>
          </p:nvPr>
        </p:nvSpPr>
        <p:spPr>
          <a:xfrm rot="5400000">
            <a:off x="9722644" y="1875632"/>
            <a:ext cx="2743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29"/>
          <p:cNvSpPr txBox="1"/>
          <p:nvPr>
            <p:ph idx="12" type="sldNum"/>
          </p:nvPr>
        </p:nvSpPr>
        <p:spPr>
          <a:xfrm>
            <a:off x="10820400" y="234950"/>
            <a:ext cx="5222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2" name="Google Shape;242;p29"/>
          <p:cNvSpPr txBox="1"/>
          <p:nvPr>
            <p:ph idx="11" type="ftr"/>
          </p:nvPr>
        </p:nvSpPr>
        <p:spPr>
          <a:xfrm>
            <a:off x="828675" y="6099175"/>
            <a:ext cx="40560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91213" y="6206761"/>
            <a:ext cx="1375059" cy="22688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0"/>
          <p:cNvSpPr txBox="1"/>
          <p:nvPr/>
        </p:nvSpPr>
        <p:spPr>
          <a:xfrm>
            <a:off x="828675" y="60991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6" name="Google Shape;246;p30"/>
          <p:cNvSpPr txBox="1"/>
          <p:nvPr>
            <p:ph idx="10" type="dt"/>
          </p:nvPr>
        </p:nvSpPr>
        <p:spPr>
          <a:xfrm rot="5400000">
            <a:off x="9722644" y="1875632"/>
            <a:ext cx="2743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30"/>
          <p:cNvSpPr txBox="1"/>
          <p:nvPr>
            <p:ph idx="11" type="ftr"/>
          </p:nvPr>
        </p:nvSpPr>
        <p:spPr>
          <a:xfrm>
            <a:off x="828675" y="6099175"/>
            <a:ext cx="40560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30"/>
          <p:cNvSpPr txBox="1"/>
          <p:nvPr>
            <p:ph idx="12" type="sldNum"/>
          </p:nvPr>
        </p:nvSpPr>
        <p:spPr>
          <a:xfrm>
            <a:off x="10820400" y="234950"/>
            <a:ext cx="5222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bg>
      <p:bgPr>
        <a:solidFill>
          <a:schemeClr val="dk1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1"/>
          <p:cNvSpPr txBox="1"/>
          <p:nvPr/>
        </p:nvSpPr>
        <p:spPr>
          <a:xfrm>
            <a:off x="828675" y="60991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51" name="Google Shape;251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91213" y="6206761"/>
            <a:ext cx="1375059" cy="22688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1"/>
          <p:cNvSpPr txBox="1"/>
          <p:nvPr>
            <p:ph idx="10" type="dt"/>
          </p:nvPr>
        </p:nvSpPr>
        <p:spPr>
          <a:xfrm rot="5400000">
            <a:off x="9722644" y="1875632"/>
            <a:ext cx="2743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0938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31"/>
          <p:cNvSpPr txBox="1"/>
          <p:nvPr>
            <p:ph idx="12" type="sldNum"/>
          </p:nvPr>
        </p:nvSpPr>
        <p:spPr>
          <a:xfrm>
            <a:off x="10820400" y="234950"/>
            <a:ext cx="5222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4" name="Google Shape;254;p31"/>
          <p:cNvSpPr txBox="1"/>
          <p:nvPr>
            <p:ph idx="11" type="ftr"/>
          </p:nvPr>
        </p:nvSpPr>
        <p:spPr>
          <a:xfrm>
            <a:off x="828675" y="6099175"/>
            <a:ext cx="40560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Blank">
  <p:cSld name="2_Blank">
    <p:bg>
      <p:bgPr>
        <a:solidFill>
          <a:schemeClr val="lt1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91213" y="6206761"/>
            <a:ext cx="1375059" cy="226885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32"/>
          <p:cNvSpPr txBox="1"/>
          <p:nvPr/>
        </p:nvSpPr>
        <p:spPr>
          <a:xfrm>
            <a:off x="828675" y="60991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8" name="Google Shape;258;p32"/>
          <p:cNvSpPr txBox="1"/>
          <p:nvPr>
            <p:ph idx="10" type="dt"/>
          </p:nvPr>
        </p:nvSpPr>
        <p:spPr>
          <a:xfrm rot="5400000">
            <a:off x="9722644" y="1875632"/>
            <a:ext cx="2743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32"/>
          <p:cNvSpPr txBox="1"/>
          <p:nvPr>
            <p:ph idx="12" type="sldNum"/>
          </p:nvPr>
        </p:nvSpPr>
        <p:spPr>
          <a:xfrm>
            <a:off x="10820400" y="234950"/>
            <a:ext cx="5222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0" name="Google Shape;260;p32"/>
          <p:cNvSpPr txBox="1"/>
          <p:nvPr>
            <p:ph idx="11" type="ftr"/>
          </p:nvPr>
        </p:nvSpPr>
        <p:spPr>
          <a:xfrm>
            <a:off x="828675" y="6099175"/>
            <a:ext cx="40560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Blank">
  <p:cSld name="3_Blank">
    <p:bg>
      <p:bgPr>
        <a:solidFill>
          <a:schemeClr val="dk2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3"/>
          <p:cNvSpPr txBox="1"/>
          <p:nvPr/>
        </p:nvSpPr>
        <p:spPr>
          <a:xfrm>
            <a:off x="828675" y="60991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63" name="Google Shape;263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91213" y="6206761"/>
            <a:ext cx="1375059" cy="226885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3"/>
          <p:cNvSpPr txBox="1"/>
          <p:nvPr>
            <p:ph idx="10" type="dt"/>
          </p:nvPr>
        </p:nvSpPr>
        <p:spPr>
          <a:xfrm rot="5400000">
            <a:off x="9722644" y="1875632"/>
            <a:ext cx="2743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33"/>
          <p:cNvSpPr txBox="1"/>
          <p:nvPr>
            <p:ph idx="12" type="sldNum"/>
          </p:nvPr>
        </p:nvSpPr>
        <p:spPr>
          <a:xfrm>
            <a:off x="10820400" y="234950"/>
            <a:ext cx="5222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6" name="Google Shape;266;p33"/>
          <p:cNvSpPr txBox="1"/>
          <p:nvPr>
            <p:ph idx="11" type="ftr"/>
          </p:nvPr>
        </p:nvSpPr>
        <p:spPr>
          <a:xfrm>
            <a:off x="828675" y="6099175"/>
            <a:ext cx="40560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Blank">
  <p:cSld name="4_Blank">
    <p:bg>
      <p:bgPr>
        <a:solidFill>
          <a:srgbClr val="6FCFEB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91213" y="6206761"/>
            <a:ext cx="1375059" cy="22688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4"/>
          <p:cNvSpPr txBox="1"/>
          <p:nvPr/>
        </p:nvSpPr>
        <p:spPr>
          <a:xfrm>
            <a:off x="828675" y="60991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0" name="Google Shape;270;p34"/>
          <p:cNvSpPr txBox="1"/>
          <p:nvPr>
            <p:ph idx="10" type="dt"/>
          </p:nvPr>
        </p:nvSpPr>
        <p:spPr>
          <a:xfrm rot="5400000">
            <a:off x="9722644" y="1875632"/>
            <a:ext cx="2743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34"/>
          <p:cNvSpPr txBox="1"/>
          <p:nvPr>
            <p:ph idx="12" type="sldNum"/>
          </p:nvPr>
        </p:nvSpPr>
        <p:spPr>
          <a:xfrm>
            <a:off x="10820400" y="234950"/>
            <a:ext cx="5222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2" name="Google Shape;272;p34"/>
          <p:cNvSpPr txBox="1"/>
          <p:nvPr>
            <p:ph idx="11" type="ftr"/>
          </p:nvPr>
        </p:nvSpPr>
        <p:spPr>
          <a:xfrm>
            <a:off x="828675" y="6099175"/>
            <a:ext cx="40560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91213" y="6206761"/>
            <a:ext cx="1375059" cy="226885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5"/>
          <p:cNvSpPr txBox="1"/>
          <p:nvPr/>
        </p:nvSpPr>
        <p:spPr>
          <a:xfrm>
            <a:off x="828675" y="60991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6" name="Google Shape;276;p35"/>
          <p:cNvSpPr txBox="1"/>
          <p:nvPr>
            <p:ph type="title"/>
          </p:nvPr>
        </p:nvSpPr>
        <p:spPr>
          <a:xfrm>
            <a:off x="839788" y="365125"/>
            <a:ext cx="9979996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p35"/>
          <p:cNvSpPr txBox="1"/>
          <p:nvPr>
            <p:ph idx="1" type="body"/>
          </p:nvPr>
        </p:nvSpPr>
        <p:spPr>
          <a:xfrm>
            <a:off x="839789" y="1681163"/>
            <a:ext cx="449421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78" name="Google Shape;278;p35"/>
          <p:cNvSpPr txBox="1"/>
          <p:nvPr>
            <p:ph idx="2" type="body"/>
          </p:nvPr>
        </p:nvSpPr>
        <p:spPr>
          <a:xfrm>
            <a:off x="839789" y="2505075"/>
            <a:ext cx="449421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9" name="Google Shape;279;p35"/>
          <p:cNvSpPr txBox="1"/>
          <p:nvPr>
            <p:ph idx="3" type="body"/>
          </p:nvPr>
        </p:nvSpPr>
        <p:spPr>
          <a:xfrm>
            <a:off x="5572761" y="1681163"/>
            <a:ext cx="4485639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80" name="Google Shape;280;p35"/>
          <p:cNvSpPr txBox="1"/>
          <p:nvPr>
            <p:ph idx="4" type="body"/>
          </p:nvPr>
        </p:nvSpPr>
        <p:spPr>
          <a:xfrm>
            <a:off x="5572761" y="2505075"/>
            <a:ext cx="4485639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1" name="Google Shape;281;p35"/>
          <p:cNvSpPr txBox="1"/>
          <p:nvPr>
            <p:ph idx="10" type="dt"/>
          </p:nvPr>
        </p:nvSpPr>
        <p:spPr>
          <a:xfrm rot="5400000">
            <a:off x="9722644" y="1875632"/>
            <a:ext cx="2743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0938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35"/>
          <p:cNvSpPr txBox="1"/>
          <p:nvPr>
            <p:ph idx="12" type="sldNum"/>
          </p:nvPr>
        </p:nvSpPr>
        <p:spPr>
          <a:xfrm>
            <a:off x="10820400" y="234950"/>
            <a:ext cx="5222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3" name="Google Shape;283;p35"/>
          <p:cNvSpPr txBox="1"/>
          <p:nvPr>
            <p:ph idx="11" type="ftr"/>
          </p:nvPr>
        </p:nvSpPr>
        <p:spPr>
          <a:xfrm>
            <a:off x="828675" y="6099175"/>
            <a:ext cx="40560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91213" y="6206761"/>
            <a:ext cx="1375059" cy="226885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6"/>
          <p:cNvSpPr txBox="1"/>
          <p:nvPr/>
        </p:nvSpPr>
        <p:spPr>
          <a:xfrm>
            <a:off x="828675" y="60991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7" name="Google Shape;287;p3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36"/>
          <p:cNvSpPr txBox="1"/>
          <p:nvPr>
            <p:ph idx="1" type="body"/>
          </p:nvPr>
        </p:nvSpPr>
        <p:spPr>
          <a:xfrm>
            <a:off x="5183188" y="987426"/>
            <a:ext cx="4895532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3200"/>
            </a:lvl1pPr>
            <a:lvl2pPr indent="-4064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89" name="Google Shape;289;p36"/>
          <p:cNvSpPr txBox="1"/>
          <p:nvPr>
            <p:ph idx="2" type="body"/>
          </p:nvPr>
        </p:nvSpPr>
        <p:spPr>
          <a:xfrm>
            <a:off x="839788" y="2057401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90" name="Google Shape;290;p36"/>
          <p:cNvSpPr txBox="1"/>
          <p:nvPr>
            <p:ph idx="10" type="dt"/>
          </p:nvPr>
        </p:nvSpPr>
        <p:spPr>
          <a:xfrm rot="5400000">
            <a:off x="9722644" y="1875632"/>
            <a:ext cx="2743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0938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p36"/>
          <p:cNvSpPr txBox="1"/>
          <p:nvPr>
            <p:ph idx="12" type="sldNum"/>
          </p:nvPr>
        </p:nvSpPr>
        <p:spPr>
          <a:xfrm>
            <a:off x="10820400" y="234950"/>
            <a:ext cx="5222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2" name="Google Shape;292;p36"/>
          <p:cNvSpPr txBox="1"/>
          <p:nvPr>
            <p:ph idx="11" type="ftr"/>
          </p:nvPr>
        </p:nvSpPr>
        <p:spPr>
          <a:xfrm>
            <a:off x="828675" y="6099175"/>
            <a:ext cx="40560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91213" y="6206761"/>
            <a:ext cx="1375059" cy="226885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7"/>
          <p:cNvSpPr txBox="1"/>
          <p:nvPr>
            <p:ph type="title"/>
          </p:nvPr>
        </p:nvSpPr>
        <p:spPr>
          <a:xfrm>
            <a:off x="839788" y="2204720"/>
            <a:ext cx="4209732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37"/>
          <p:cNvSpPr/>
          <p:nvPr>
            <p:ph idx="2" type="pic"/>
          </p:nvPr>
        </p:nvSpPr>
        <p:spPr>
          <a:xfrm>
            <a:off x="5183188" y="987426"/>
            <a:ext cx="5576252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97" name="Google Shape;297;p37"/>
          <p:cNvSpPr txBox="1"/>
          <p:nvPr>
            <p:ph idx="1" type="body"/>
          </p:nvPr>
        </p:nvSpPr>
        <p:spPr>
          <a:xfrm>
            <a:off x="839788" y="3860799"/>
            <a:ext cx="4209732" cy="2008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98" name="Google Shape;298;p37"/>
          <p:cNvSpPr txBox="1"/>
          <p:nvPr>
            <p:ph idx="10" type="dt"/>
          </p:nvPr>
        </p:nvSpPr>
        <p:spPr>
          <a:xfrm rot="5400000">
            <a:off x="9722644" y="1875632"/>
            <a:ext cx="2743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0938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37"/>
          <p:cNvSpPr txBox="1"/>
          <p:nvPr>
            <p:ph idx="12" type="sldNum"/>
          </p:nvPr>
        </p:nvSpPr>
        <p:spPr>
          <a:xfrm>
            <a:off x="10820400" y="234950"/>
            <a:ext cx="5222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0" name="Google Shape;300;p37"/>
          <p:cNvSpPr txBox="1"/>
          <p:nvPr>
            <p:ph idx="11" type="ftr"/>
          </p:nvPr>
        </p:nvSpPr>
        <p:spPr>
          <a:xfrm>
            <a:off x="828675" y="6099175"/>
            <a:ext cx="40560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91213" y="6206761"/>
            <a:ext cx="1375059" cy="226885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8"/>
          <p:cNvSpPr txBox="1"/>
          <p:nvPr>
            <p:ph type="title"/>
          </p:nvPr>
        </p:nvSpPr>
        <p:spPr>
          <a:xfrm>
            <a:off x="838200" y="365125"/>
            <a:ext cx="92202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4" name="Google Shape;304;p38"/>
          <p:cNvSpPr txBox="1"/>
          <p:nvPr>
            <p:ph idx="1" type="body"/>
          </p:nvPr>
        </p:nvSpPr>
        <p:spPr>
          <a:xfrm rot="5400000">
            <a:off x="3272631" y="-608805"/>
            <a:ext cx="4351339" cy="92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5" name="Google Shape;305;p38"/>
          <p:cNvSpPr txBox="1"/>
          <p:nvPr>
            <p:ph idx="10" type="dt"/>
          </p:nvPr>
        </p:nvSpPr>
        <p:spPr>
          <a:xfrm rot="5400000">
            <a:off x="9722644" y="1875632"/>
            <a:ext cx="2743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0938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38"/>
          <p:cNvSpPr txBox="1"/>
          <p:nvPr>
            <p:ph idx="12" type="sldNum"/>
          </p:nvPr>
        </p:nvSpPr>
        <p:spPr>
          <a:xfrm>
            <a:off x="10820400" y="234950"/>
            <a:ext cx="5222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7" name="Google Shape;307;p38"/>
          <p:cNvSpPr txBox="1"/>
          <p:nvPr>
            <p:ph idx="11" type="ftr"/>
          </p:nvPr>
        </p:nvSpPr>
        <p:spPr>
          <a:xfrm>
            <a:off x="828675" y="6099175"/>
            <a:ext cx="40560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Vertical Text">
  <p:cSld name="1_Title and Vertical Text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91213" y="6206761"/>
            <a:ext cx="1375059" cy="226885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39"/>
          <p:cNvSpPr txBox="1"/>
          <p:nvPr>
            <p:ph idx="10" type="dt"/>
          </p:nvPr>
        </p:nvSpPr>
        <p:spPr>
          <a:xfrm rot="5400000">
            <a:off x="9722644" y="1875632"/>
            <a:ext cx="2743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0938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1" name="Google Shape;311;p39"/>
          <p:cNvSpPr txBox="1"/>
          <p:nvPr>
            <p:ph idx="12" type="sldNum"/>
          </p:nvPr>
        </p:nvSpPr>
        <p:spPr>
          <a:xfrm>
            <a:off x="10820400" y="234950"/>
            <a:ext cx="5222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2" name="Google Shape;312;p39"/>
          <p:cNvSpPr txBox="1"/>
          <p:nvPr>
            <p:ph idx="11" type="ftr"/>
          </p:nvPr>
        </p:nvSpPr>
        <p:spPr>
          <a:xfrm>
            <a:off x="828675" y="6099175"/>
            <a:ext cx="40560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91213" y="6206761"/>
            <a:ext cx="1375059" cy="22688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40"/>
          <p:cNvSpPr txBox="1"/>
          <p:nvPr>
            <p:ph type="title"/>
          </p:nvPr>
        </p:nvSpPr>
        <p:spPr>
          <a:xfrm>
            <a:off x="838200" y="365125"/>
            <a:ext cx="912812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6" name="Google Shape;316;p40"/>
          <p:cNvSpPr txBox="1"/>
          <p:nvPr>
            <p:ph idx="10" type="dt"/>
          </p:nvPr>
        </p:nvSpPr>
        <p:spPr>
          <a:xfrm rot="5400000">
            <a:off x="9722644" y="1875632"/>
            <a:ext cx="2743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938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7" name="Google Shape;317;p40"/>
          <p:cNvSpPr txBox="1"/>
          <p:nvPr>
            <p:ph idx="12" type="sldNum"/>
          </p:nvPr>
        </p:nvSpPr>
        <p:spPr>
          <a:xfrm>
            <a:off x="10820400" y="234950"/>
            <a:ext cx="5222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8" name="Google Shape;318;p40"/>
          <p:cNvSpPr txBox="1"/>
          <p:nvPr>
            <p:ph idx="11" type="ftr"/>
          </p:nvPr>
        </p:nvSpPr>
        <p:spPr>
          <a:xfrm>
            <a:off x="828675" y="6099175"/>
            <a:ext cx="40560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91213" y="6206761"/>
            <a:ext cx="1375059" cy="226885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41"/>
          <p:cNvSpPr txBox="1"/>
          <p:nvPr>
            <p:ph type="ctrTitle"/>
          </p:nvPr>
        </p:nvSpPr>
        <p:spPr>
          <a:xfrm>
            <a:off x="843280" y="1122363"/>
            <a:ext cx="862584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2" name="Google Shape;322;p41"/>
          <p:cNvSpPr txBox="1"/>
          <p:nvPr>
            <p:ph idx="1" type="subTitle"/>
          </p:nvPr>
        </p:nvSpPr>
        <p:spPr>
          <a:xfrm>
            <a:off x="843280" y="3602037"/>
            <a:ext cx="8625840" cy="165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23" name="Google Shape;323;p41"/>
          <p:cNvSpPr txBox="1"/>
          <p:nvPr>
            <p:ph idx="10" type="dt"/>
          </p:nvPr>
        </p:nvSpPr>
        <p:spPr>
          <a:xfrm rot="5400000">
            <a:off x="9722644" y="1875632"/>
            <a:ext cx="2743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0938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41"/>
          <p:cNvSpPr txBox="1"/>
          <p:nvPr>
            <p:ph idx="12" type="sldNum"/>
          </p:nvPr>
        </p:nvSpPr>
        <p:spPr>
          <a:xfrm>
            <a:off x="10820400" y="234950"/>
            <a:ext cx="5222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rgbClr val="00938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5" name="Google Shape;325;p41"/>
          <p:cNvSpPr txBox="1"/>
          <p:nvPr>
            <p:ph idx="11" type="ftr"/>
          </p:nvPr>
        </p:nvSpPr>
        <p:spPr>
          <a:xfrm>
            <a:off x="828675" y="6099175"/>
            <a:ext cx="40560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1" Type="http://schemas.openxmlformats.org/officeDocument/2006/relationships/theme" Target="../theme/theme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1" type="ftr"/>
          </p:nvPr>
        </p:nvSpPr>
        <p:spPr>
          <a:xfrm>
            <a:off x="828675" y="6099175"/>
            <a:ext cx="40560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type="title"/>
          </p:nvPr>
        </p:nvSpPr>
        <p:spPr>
          <a:xfrm>
            <a:off x="838200" y="365125"/>
            <a:ext cx="912812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838200" y="1825625"/>
            <a:ext cx="912812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81000" lvl="1" marL="9144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55600" lvl="2" marL="13716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42900" lvl="4" marL="22860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0" type="dt"/>
          </p:nvPr>
        </p:nvSpPr>
        <p:spPr>
          <a:xfrm rot="5400000">
            <a:off x="9722644" y="1875632"/>
            <a:ext cx="27432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10820400" y="234950"/>
            <a:ext cx="5222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plotly.com/graphing-libraries/" TargetMode="External"/><Relationship Id="rId4" Type="http://schemas.openxmlformats.org/officeDocument/2006/relationships/hyperlink" Target="https://dash.plotly.com/" TargetMode="External"/><Relationship Id="rId5" Type="http://schemas.openxmlformats.org/officeDocument/2006/relationships/hyperlink" Target="https://www.scipeds.org/field" TargetMode="External"/><Relationship Id="rId6" Type="http://schemas.openxmlformats.org/officeDocument/2006/relationships/hyperlink" Target="https://www.scipeds.org/field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plotly.com/python/plotly-express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plotly.com/python-api-reference/generated/plotly.graph_objects.Figure.html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ash.plotly.com/dash-core-components" TargetMode="External"/><Relationship Id="rId4" Type="http://schemas.openxmlformats.org/officeDocument/2006/relationships/hyperlink" Target="https://dash.plotly.com/dash-html-components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dash-bootstrap-components.com/docs/themes/" TargetMode="External"/><Relationship Id="rId4" Type="http://schemas.openxmlformats.org/officeDocument/2006/relationships/hyperlink" Target="https://www.dash-bootstrap-components.com/docs/themes/explorer/" TargetMode="External"/><Relationship Id="rId5" Type="http://schemas.openxmlformats.org/officeDocument/2006/relationships/hyperlink" Target="https://hellodash.pythonanywhere.com/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2"/>
          <p:cNvSpPr txBox="1"/>
          <p:nvPr>
            <p:ph type="title"/>
          </p:nvPr>
        </p:nvSpPr>
        <p:spPr>
          <a:xfrm>
            <a:off x="822325" y="3657600"/>
            <a:ext cx="10455275" cy="927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Visualization Dashboards with Plotly Dash</a:t>
            </a:r>
            <a:endParaRPr/>
          </a:p>
        </p:txBody>
      </p:sp>
      <p:sp>
        <p:nvSpPr>
          <p:cNvPr id="331" name="Google Shape;331;p42"/>
          <p:cNvSpPr txBox="1"/>
          <p:nvPr>
            <p:ph idx="1" type="body"/>
          </p:nvPr>
        </p:nvSpPr>
        <p:spPr>
          <a:xfrm>
            <a:off x="831850" y="4630738"/>
            <a:ext cx="9217025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A zero-to-Hero demo</a:t>
            </a:r>
            <a:endParaRPr/>
          </a:p>
        </p:txBody>
      </p:sp>
      <p:sp>
        <p:nvSpPr>
          <p:cNvPr id="332" name="Google Shape;332;p42"/>
          <p:cNvSpPr txBox="1"/>
          <p:nvPr>
            <p:ph idx="11" type="ftr"/>
          </p:nvPr>
        </p:nvSpPr>
        <p:spPr>
          <a:xfrm>
            <a:off x="828675" y="6099175"/>
            <a:ext cx="40560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3" name="Google Shape;333;p42"/>
          <p:cNvPicPr preferRelativeResize="0"/>
          <p:nvPr/>
        </p:nvPicPr>
        <p:blipFill rotWithShape="1">
          <a:blip r:embed="rId3">
            <a:alphaModFix amt="41000"/>
          </a:blip>
          <a:srcRect b="0" l="0" r="0" t="0"/>
          <a:stretch/>
        </p:blipFill>
        <p:spPr>
          <a:xfrm>
            <a:off x="5549900" y="213831"/>
            <a:ext cx="6642100" cy="628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3"/>
          <p:cNvSpPr txBox="1"/>
          <p:nvPr>
            <p:ph type="title"/>
          </p:nvPr>
        </p:nvSpPr>
        <p:spPr>
          <a:xfrm>
            <a:off x="838200" y="365125"/>
            <a:ext cx="99816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plotly dash?</a:t>
            </a:r>
            <a:endParaRPr/>
          </a:p>
        </p:txBody>
      </p:sp>
      <p:sp>
        <p:nvSpPr>
          <p:cNvPr id="340" name="Google Shape;340;p43"/>
          <p:cNvSpPr txBox="1"/>
          <p:nvPr>
            <p:ph idx="1" type="body"/>
          </p:nvPr>
        </p:nvSpPr>
        <p:spPr>
          <a:xfrm>
            <a:off x="838200" y="1825625"/>
            <a:ext cx="91593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/>
              <a:t>Plotly:</a:t>
            </a:r>
            <a:r>
              <a:rPr lang="en-US"/>
              <a:t> is a modern graphing library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/>
              <a:t>Dash:</a:t>
            </a:r>
            <a:r>
              <a:rPr lang="en-US"/>
              <a:t> is a framework to create interactive data visualization webapps.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4"/>
          <p:cNvSpPr txBox="1"/>
          <p:nvPr>
            <p:ph type="title"/>
          </p:nvPr>
        </p:nvSpPr>
        <p:spPr>
          <a:xfrm>
            <a:off x="838200" y="365125"/>
            <a:ext cx="99816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use plotly &amp; dash?</a:t>
            </a:r>
            <a:endParaRPr/>
          </a:p>
        </p:txBody>
      </p:sp>
      <p:sp>
        <p:nvSpPr>
          <p:cNvPr id="347" name="Google Shape;347;p44"/>
          <p:cNvSpPr txBox="1"/>
          <p:nvPr>
            <p:ph idx="1" type="body"/>
          </p:nvPr>
        </p:nvSpPr>
        <p:spPr>
          <a:xfrm>
            <a:off x="838200" y="1825625"/>
            <a:ext cx="91593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Fast development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Great Documentation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u="sng">
                <a:solidFill>
                  <a:schemeClr val="hlink"/>
                </a:solidFill>
                <a:hlinkClick r:id="rId3"/>
              </a:rPr>
              <a:t>Plotly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u="sng">
                <a:solidFill>
                  <a:schemeClr val="hlink"/>
                </a:solidFill>
                <a:hlinkClick r:id="rId4"/>
              </a:rPr>
              <a:t>Dash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Create tools that are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Easy to use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Professional looking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u="sng">
                <a:solidFill>
                  <a:schemeClr val="hlink"/>
                </a:solidFill>
                <a:hlinkClick r:id="rId5"/>
              </a:rPr>
              <a:t>Example</a:t>
            </a:r>
            <a:r>
              <a:rPr lang="en-US" u="sng">
                <a:solidFill>
                  <a:schemeClr val="hlink"/>
                </a:solidFill>
                <a:hlinkClick r:id="rId6"/>
              </a:rPr>
              <a:t> dash app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5"/>
          <p:cNvSpPr txBox="1"/>
          <p:nvPr>
            <p:ph type="title"/>
          </p:nvPr>
        </p:nvSpPr>
        <p:spPr>
          <a:xfrm>
            <a:off x="838200" y="365125"/>
            <a:ext cx="99816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Workshop overview</a:t>
            </a:r>
            <a:endParaRPr/>
          </a:p>
        </p:txBody>
      </p:sp>
      <p:sp>
        <p:nvSpPr>
          <p:cNvPr id="354" name="Google Shape;354;p45"/>
          <p:cNvSpPr txBox="1"/>
          <p:nvPr>
            <p:ph idx="1" type="body"/>
          </p:nvPr>
        </p:nvSpPr>
        <p:spPr>
          <a:xfrm>
            <a:off x="6675120" y="1825625"/>
            <a:ext cx="448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AutoNum type="arabicPeriod"/>
            </a:pPr>
            <a:r>
              <a:rPr lang="en-US"/>
              <a:t>plotly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-US"/>
              <a:t>express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-US"/>
              <a:t>Figure objects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US"/>
              <a:t>dash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-US"/>
              <a:t>minimal app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-US"/>
              <a:t>layout + html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-US"/>
              <a:t>dash core components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-US"/>
              <a:t>callbacks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-US"/>
              <a:t>styling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US"/>
              <a:t>pixi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6"/>
          <p:cNvSpPr txBox="1"/>
          <p:nvPr>
            <p:ph type="title"/>
          </p:nvPr>
        </p:nvSpPr>
        <p:spPr>
          <a:xfrm>
            <a:off x="822960" y="3657600"/>
            <a:ext cx="10455000" cy="927900"/>
          </a:xfrm>
          <a:prstGeom prst="rect">
            <a:avLst/>
          </a:prstGeom>
        </p:spPr>
        <p:txBody>
          <a:bodyPr anchorCtr="0" anchor="b" bIns="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plotly</a:t>
            </a:r>
            <a:endParaRPr/>
          </a:p>
        </p:txBody>
      </p:sp>
      <p:sp>
        <p:nvSpPr>
          <p:cNvPr id="361" name="Google Shape;361;p46"/>
          <p:cNvSpPr txBox="1"/>
          <p:nvPr>
            <p:ph idx="1" type="body"/>
          </p:nvPr>
        </p:nvSpPr>
        <p:spPr>
          <a:xfrm>
            <a:off x="831851" y="4630104"/>
            <a:ext cx="9216300" cy="15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/>
              <a:t>the plotting library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7"/>
          <p:cNvSpPr txBox="1"/>
          <p:nvPr>
            <p:ph type="title"/>
          </p:nvPr>
        </p:nvSpPr>
        <p:spPr>
          <a:xfrm>
            <a:off x="838200" y="365125"/>
            <a:ext cx="99816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Quickly make a figure: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plotly.express</a:t>
            </a:r>
            <a:endParaRPr/>
          </a:p>
        </p:txBody>
      </p:sp>
      <p:sp>
        <p:nvSpPr>
          <p:cNvPr id="368" name="Google Shape;368;p47"/>
          <p:cNvSpPr txBox="1"/>
          <p:nvPr>
            <p:ph idx="1" type="body"/>
          </p:nvPr>
        </p:nvSpPr>
        <p:spPr>
          <a:xfrm>
            <a:off x="838200" y="1825625"/>
            <a:ext cx="91593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In one function: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36 premade types of plots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Many input formats: lists, dicts, df’s, numpy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automatic labeling + layout config.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input data as df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8"/>
          <p:cNvSpPr txBox="1"/>
          <p:nvPr>
            <p:ph type="title"/>
          </p:nvPr>
        </p:nvSpPr>
        <p:spPr>
          <a:xfrm>
            <a:off x="838199" y="365125"/>
            <a:ext cx="99816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Figures have methods</a:t>
            </a:r>
            <a:endParaRPr/>
          </a:p>
        </p:txBody>
      </p:sp>
      <p:sp>
        <p:nvSpPr>
          <p:cNvPr id="375" name="Google Shape;375;p48"/>
          <p:cNvSpPr txBox="1"/>
          <p:nvPr>
            <p:ph idx="1" type="body"/>
          </p:nvPr>
        </p:nvSpPr>
        <p:spPr>
          <a:xfrm>
            <a:off x="838200" y="1825625"/>
            <a:ext cx="9159300" cy="917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plotly.graph_objects.Figure — 6.4.0 documentation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6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76" name="Google Shape;376;p48"/>
          <p:cNvGraphicFramePr/>
          <p:nvPr/>
        </p:nvGraphicFramePr>
        <p:xfrm>
          <a:off x="952500" y="2687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{94968ABB-B72D-4AFC-89A2-278AD111F492}</a:tableStyleId>
              </a:tblPr>
              <a:tblGrid>
                <a:gridCol w="5143500"/>
                <a:gridCol w="5143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FFFFFF"/>
                          </a:solidFill>
                        </a:rPr>
                        <a:t>Figure.add_traces</a:t>
                      </a:r>
                      <a:endParaRPr sz="19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FFFFFF"/>
                          </a:solidFill>
                        </a:rPr>
                        <a:t>add plots to the figure</a:t>
                      </a:r>
                      <a:endParaRPr sz="19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FFFFFF"/>
                          </a:solidFill>
                        </a:rPr>
                        <a:t>Figure.update_layout</a:t>
                      </a:r>
                      <a:endParaRPr sz="19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FFFFFF"/>
                          </a:solidFill>
                        </a:rPr>
                        <a:t>change the figs layout dictionary struct.</a:t>
                      </a:r>
                      <a:endParaRPr sz="19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FFFFFF"/>
                          </a:solidFill>
                        </a:rPr>
                        <a:t>Figure.update_xaxes (and y axis)</a:t>
                      </a:r>
                      <a:endParaRPr sz="19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FFFFFF"/>
                          </a:solidFill>
                        </a:rPr>
                        <a:t>change or add objects on axis</a:t>
                      </a:r>
                      <a:endParaRPr sz="19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FFFFFF"/>
                          </a:solidFill>
                        </a:rPr>
                        <a:t>Figure.add_vline (other shapes as well)</a:t>
                      </a:r>
                      <a:endParaRPr sz="19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FFFFFF"/>
                          </a:solidFill>
                        </a:rPr>
                        <a:t>adds a vertical line to the figure</a:t>
                      </a:r>
                      <a:endParaRPr sz="19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rgbClr val="FFFFFF"/>
                          </a:solidFill>
                        </a:rPr>
                        <a:t>a krillion more…</a:t>
                      </a:r>
                      <a:endParaRPr sz="19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9"/>
          <p:cNvSpPr txBox="1"/>
          <p:nvPr>
            <p:ph type="title"/>
          </p:nvPr>
        </p:nvSpPr>
        <p:spPr>
          <a:xfrm>
            <a:off x="822960" y="3657600"/>
            <a:ext cx="10455000" cy="927900"/>
          </a:xfrm>
          <a:prstGeom prst="rect">
            <a:avLst/>
          </a:prstGeom>
        </p:spPr>
        <p:txBody>
          <a:bodyPr anchorCtr="0" anchor="b" bIns="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dash</a:t>
            </a:r>
            <a:endParaRPr/>
          </a:p>
        </p:txBody>
      </p:sp>
      <p:sp>
        <p:nvSpPr>
          <p:cNvPr id="383" name="Google Shape;383;p49"/>
          <p:cNvSpPr txBox="1"/>
          <p:nvPr>
            <p:ph idx="1" type="body"/>
          </p:nvPr>
        </p:nvSpPr>
        <p:spPr>
          <a:xfrm>
            <a:off x="831851" y="4630104"/>
            <a:ext cx="9216300" cy="15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/>
              <a:t>the webapp framework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50"/>
          <p:cNvSpPr txBox="1"/>
          <p:nvPr>
            <p:ph type="title"/>
          </p:nvPr>
        </p:nvSpPr>
        <p:spPr>
          <a:xfrm>
            <a:off x="838200" y="365125"/>
            <a:ext cx="99816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Live demo of making a dash app</a:t>
            </a:r>
            <a:endParaRPr/>
          </a:p>
        </p:txBody>
      </p:sp>
      <p:sp>
        <p:nvSpPr>
          <p:cNvPr id="390" name="Google Shape;390;p50"/>
          <p:cNvSpPr txBox="1"/>
          <p:nvPr>
            <p:ph idx="1" type="body"/>
          </p:nvPr>
        </p:nvSpPr>
        <p:spPr>
          <a:xfrm>
            <a:off x="838200" y="1825625"/>
            <a:ext cx="91593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The minimal </a:t>
            </a:r>
            <a:r>
              <a:rPr lang="en-US"/>
              <a:t>hello</a:t>
            </a:r>
            <a:r>
              <a:rPr lang="en-US"/>
              <a:t> world app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Add  graph and dropdown component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Use callback to update graph depending on dropdown menu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Add a slider and moving line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Style app using bootstrap theme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Make </a:t>
            </a:r>
            <a:r>
              <a:rPr lang="en-US"/>
              <a:t>multi page</a:t>
            </a:r>
            <a:r>
              <a:rPr lang="en-US"/>
              <a:t> app using previous apps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1"/>
          <p:cNvSpPr txBox="1"/>
          <p:nvPr>
            <p:ph type="title"/>
          </p:nvPr>
        </p:nvSpPr>
        <p:spPr>
          <a:xfrm>
            <a:off x="838200" y="365125"/>
            <a:ext cx="99816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 make dash app run you need (3):</a:t>
            </a:r>
            <a:endParaRPr/>
          </a:p>
        </p:txBody>
      </p:sp>
      <p:sp>
        <p:nvSpPr>
          <p:cNvPr id="397" name="Google Shape;397;p51"/>
          <p:cNvSpPr txBox="1"/>
          <p:nvPr>
            <p:ph idx="1" type="body"/>
          </p:nvPr>
        </p:nvSpPr>
        <p:spPr>
          <a:xfrm>
            <a:off x="838200" y="1825625"/>
            <a:ext cx="91593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the “Dash constructor”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lphaLcPeriod"/>
            </a:pPr>
            <a:r>
              <a:rPr lang="en-US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app = Dash()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the app layout structure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-US"/>
              <a:t>wrapper for html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run app</a:t>
            </a:r>
            <a:endParaRPr/>
          </a:p>
        </p:txBody>
      </p:sp>
      <p:pic>
        <p:nvPicPr>
          <p:cNvPr id="398" name="Google Shape;398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7450" y="3821000"/>
            <a:ext cx="7371375" cy="87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7452" y="5689377"/>
            <a:ext cx="3070659" cy="87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2"/>
          <p:cNvSpPr txBox="1"/>
          <p:nvPr>
            <p:ph type="title"/>
          </p:nvPr>
        </p:nvSpPr>
        <p:spPr>
          <a:xfrm>
            <a:off x="838200" y="365125"/>
            <a:ext cx="99816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 layout &amp; html</a:t>
            </a:r>
            <a:endParaRPr/>
          </a:p>
        </p:txBody>
      </p:sp>
      <p:sp>
        <p:nvSpPr>
          <p:cNvPr id="406" name="Google Shape;406;p52"/>
          <p:cNvSpPr txBox="1"/>
          <p:nvPr>
            <p:ph idx="1" type="body"/>
          </p:nvPr>
        </p:nvSpPr>
        <p:spPr>
          <a:xfrm>
            <a:off x="838200" y="1825625"/>
            <a:ext cx="10800600" cy="917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App layout structure is written in a python wrapper around html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600"/>
              </a:spcAft>
              <a:buNone/>
            </a:pPr>
            <a:r>
              <a:t/>
            </a:r>
            <a:endParaRPr/>
          </a:p>
        </p:txBody>
      </p:sp>
      <p:pic>
        <p:nvPicPr>
          <p:cNvPr id="407" name="Google Shape;407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0225" y="2527150"/>
            <a:ext cx="8591550" cy="206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00225" y="4799100"/>
            <a:ext cx="859155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52"/>
          <p:cNvSpPr/>
          <p:nvPr/>
        </p:nvSpPr>
        <p:spPr>
          <a:xfrm>
            <a:off x="397525" y="4428075"/>
            <a:ext cx="1131900" cy="487200"/>
          </a:xfrm>
          <a:prstGeom prst="mathEqual">
            <a:avLst>
              <a:gd fmla="val 23520" name="adj1"/>
              <a:gd fmla="val 1176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3"/>
          <p:cNvSpPr txBox="1"/>
          <p:nvPr>
            <p:ph type="title"/>
          </p:nvPr>
        </p:nvSpPr>
        <p:spPr>
          <a:xfrm>
            <a:off x="838200" y="365125"/>
            <a:ext cx="99816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/>
              <a:t>dash components &amp; html components</a:t>
            </a:r>
            <a:endParaRPr sz="4200"/>
          </a:p>
        </p:txBody>
      </p:sp>
      <p:sp>
        <p:nvSpPr>
          <p:cNvPr id="416" name="Google Shape;416;p53"/>
          <p:cNvSpPr txBox="1"/>
          <p:nvPr>
            <p:ph idx="1" type="body"/>
          </p:nvPr>
        </p:nvSpPr>
        <p:spPr>
          <a:xfrm>
            <a:off x="838200" y="1825625"/>
            <a:ext cx="4485600" cy="43512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dash components are: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from dash import dcc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500" u="sng">
                <a:solidFill>
                  <a:schemeClr val="hlink"/>
                </a:solidFill>
                <a:hlinkClick r:id="rId3"/>
              </a:rPr>
              <a:t>https://dash.plotly.com/dash-core-components</a:t>
            </a:r>
            <a:endParaRPr sz="2500"/>
          </a:p>
          <a:p>
            <a:pPr indent="0" lvl="0" marL="0" rtl="0" algn="l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/>
              <a:t>many interactive components you can add to layout</a:t>
            </a:r>
            <a:endParaRPr/>
          </a:p>
        </p:txBody>
      </p:sp>
      <p:sp>
        <p:nvSpPr>
          <p:cNvPr id="417" name="Google Shape;417;p53"/>
          <p:cNvSpPr txBox="1"/>
          <p:nvPr>
            <p:ph idx="2" type="body"/>
          </p:nvPr>
        </p:nvSpPr>
        <p:spPr>
          <a:xfrm>
            <a:off x="5471150" y="1825625"/>
            <a:ext cx="5417400" cy="43512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html components are: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from dash import html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500" u="sng">
                <a:solidFill>
                  <a:schemeClr val="hlink"/>
                </a:solidFill>
                <a:hlinkClick r:id="rId4"/>
              </a:rPr>
              <a:t>https://dash.plotly.com/dash-html-components</a:t>
            </a:r>
            <a:endParaRPr sz="2500"/>
          </a:p>
          <a:p>
            <a:pPr indent="0" lvl="0" marL="0" rtl="0" algn="l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/>
              <a:t>“Dash is a web app framework that provides pure Python abstraction around HTML, CSS, and JavaScript.”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54"/>
          <p:cNvSpPr txBox="1"/>
          <p:nvPr>
            <p:ph type="title"/>
          </p:nvPr>
        </p:nvSpPr>
        <p:spPr>
          <a:xfrm>
            <a:off x="838199" y="365125"/>
            <a:ext cx="99816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dash &amp; html components have</a:t>
            </a:r>
            <a:endParaRPr/>
          </a:p>
        </p:txBody>
      </p:sp>
      <p:sp>
        <p:nvSpPr>
          <p:cNvPr id="424" name="Google Shape;424;p54"/>
          <p:cNvSpPr txBox="1"/>
          <p:nvPr>
            <p:ph idx="1" type="body"/>
          </p:nvPr>
        </p:nvSpPr>
        <p:spPr>
          <a:xfrm>
            <a:off x="838200" y="1825625"/>
            <a:ext cx="9159300" cy="4351200"/>
          </a:xfrm>
          <a:prstGeom prst="rect">
            <a:avLst/>
          </a:prstGeom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AutoNum type="arabicPeriod"/>
            </a:pPr>
            <a:r>
              <a:rPr lang="en-US"/>
              <a:t>id’s that can be </a:t>
            </a:r>
            <a:r>
              <a:rPr lang="en-US"/>
              <a:t>referenced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AutoNum type="arabicPeriod"/>
            </a:pPr>
            <a:r>
              <a:rPr lang="en-US"/>
              <a:t>attributes that can be changed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/>
              <a:t>! dash apps are interactive because user inputs can be used to change the attributes of dash and html components</a:t>
            </a:r>
            <a:endParaRPr/>
          </a:p>
        </p:txBody>
      </p:sp>
      <p:pic>
        <p:nvPicPr>
          <p:cNvPr id="425" name="Google Shape;425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4757175"/>
            <a:ext cx="9820800" cy="10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54"/>
          <p:cNvSpPr txBox="1"/>
          <p:nvPr/>
        </p:nvSpPr>
        <p:spPr>
          <a:xfrm>
            <a:off x="6136650" y="5862875"/>
            <a:ext cx="1671600" cy="8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id’s</a:t>
            </a:r>
            <a:endParaRPr sz="28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27" name="Google Shape;427;p54"/>
          <p:cNvCxnSpPr>
            <a:stCxn id="426" idx="1"/>
          </p:cNvCxnSpPr>
          <p:nvPr/>
        </p:nvCxnSpPr>
        <p:spPr>
          <a:xfrm rot="10800000">
            <a:off x="4109550" y="5757575"/>
            <a:ext cx="2027100" cy="526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8" name="Google Shape;428;p54"/>
          <p:cNvCxnSpPr/>
          <p:nvPr/>
        </p:nvCxnSpPr>
        <p:spPr>
          <a:xfrm flipH="1" rot="10800000">
            <a:off x="6926450" y="5533675"/>
            <a:ext cx="2053500" cy="684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9" name="Google Shape;429;p54"/>
          <p:cNvSpPr txBox="1"/>
          <p:nvPr/>
        </p:nvSpPr>
        <p:spPr>
          <a:xfrm>
            <a:off x="8163750" y="5862875"/>
            <a:ext cx="2119200" cy="8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attribute’s</a:t>
            </a:r>
            <a:endParaRPr sz="28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30" name="Google Shape;430;p54"/>
          <p:cNvCxnSpPr/>
          <p:nvPr/>
        </p:nvCxnSpPr>
        <p:spPr>
          <a:xfrm rot="10800000">
            <a:off x="6320925" y="5494325"/>
            <a:ext cx="2040300" cy="526500"/>
          </a:xfrm>
          <a:prstGeom prst="straightConnector1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1" name="Google Shape;431;p54"/>
          <p:cNvCxnSpPr/>
          <p:nvPr/>
        </p:nvCxnSpPr>
        <p:spPr>
          <a:xfrm rot="10800000">
            <a:off x="6847400" y="5099525"/>
            <a:ext cx="1632300" cy="816000"/>
          </a:xfrm>
          <a:prstGeom prst="straightConnector1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55"/>
          <p:cNvSpPr txBox="1"/>
          <p:nvPr>
            <p:ph type="title"/>
          </p:nvPr>
        </p:nvSpPr>
        <p:spPr>
          <a:xfrm>
            <a:off x="838200" y="365125"/>
            <a:ext cx="99816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are callbacks?</a:t>
            </a:r>
            <a:endParaRPr/>
          </a:p>
        </p:txBody>
      </p:sp>
      <p:sp>
        <p:nvSpPr>
          <p:cNvPr id="438" name="Google Shape;438;p55"/>
          <p:cNvSpPr txBox="1"/>
          <p:nvPr>
            <p:ph idx="1" type="body"/>
          </p:nvPr>
        </p:nvSpPr>
        <p:spPr>
          <a:xfrm>
            <a:off x="6675120" y="1825625"/>
            <a:ext cx="448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/>
              <a:t>callbacks detect when components have been triggered (inputs), and target components the reference (outputs)</a:t>
            </a:r>
            <a:endParaRPr/>
          </a:p>
        </p:txBody>
      </p:sp>
      <p:pic>
        <p:nvPicPr>
          <p:cNvPr id="439" name="Google Shape;439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3800" y="1825625"/>
            <a:ext cx="3535924" cy="417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78754" y="4720575"/>
            <a:ext cx="4425575" cy="120810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55"/>
          <p:cNvSpPr txBox="1"/>
          <p:nvPr/>
        </p:nvSpPr>
        <p:spPr>
          <a:xfrm>
            <a:off x="6505225" y="6176825"/>
            <a:ext cx="9741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</a:t>
            </a:r>
            <a:endParaRPr sz="28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2" name="Google Shape;442;p55"/>
          <p:cNvSpPr txBox="1"/>
          <p:nvPr/>
        </p:nvSpPr>
        <p:spPr>
          <a:xfrm>
            <a:off x="8447825" y="6239975"/>
            <a:ext cx="15534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attribute</a:t>
            </a:r>
            <a:endParaRPr sz="28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43" name="Google Shape;443;p55"/>
          <p:cNvCxnSpPr/>
          <p:nvPr/>
        </p:nvCxnSpPr>
        <p:spPr>
          <a:xfrm flipH="1" rot="10800000">
            <a:off x="6729000" y="5689225"/>
            <a:ext cx="1066200" cy="605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4" name="Google Shape;444;p55"/>
          <p:cNvCxnSpPr>
            <a:stCxn id="442" idx="0"/>
          </p:cNvCxnSpPr>
          <p:nvPr/>
        </p:nvCxnSpPr>
        <p:spPr>
          <a:xfrm flipH="1" rot="10800000">
            <a:off x="9224525" y="5702375"/>
            <a:ext cx="189900" cy="537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6"/>
          <p:cNvSpPr txBox="1"/>
          <p:nvPr>
            <p:ph type="title"/>
          </p:nvPr>
        </p:nvSpPr>
        <p:spPr>
          <a:xfrm>
            <a:off x="838200" y="365125"/>
            <a:ext cx="99816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style your app with bootstrap themes</a:t>
            </a:r>
            <a:endParaRPr/>
          </a:p>
        </p:txBody>
      </p:sp>
      <p:sp>
        <p:nvSpPr>
          <p:cNvPr id="451" name="Google Shape;451;p56"/>
          <p:cNvSpPr txBox="1"/>
          <p:nvPr>
            <p:ph idx="1" type="body"/>
          </p:nvPr>
        </p:nvSpPr>
        <p:spPr>
          <a:xfrm>
            <a:off x="838200" y="1825625"/>
            <a:ext cx="94713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Guide:</a:t>
            </a:r>
            <a:r>
              <a:rPr lang="en-US"/>
              <a:t> </a:t>
            </a:r>
            <a:r>
              <a:rPr lang="en-US" u="sng">
                <a:solidFill>
                  <a:srgbClr val="FFFF00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Themes - dbc docs</a:t>
            </a:r>
            <a:endParaRPr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View components with theme: </a:t>
            </a:r>
            <a:r>
              <a:rPr lang="en-US" u="sng">
                <a:solidFill>
                  <a:srgbClr val="FFFF00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Theme explorer - dbc docs</a:t>
            </a:r>
            <a:endParaRPr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Use the theme browser:</a:t>
            </a:r>
            <a:r>
              <a:rPr lang="en-US">
                <a:solidFill>
                  <a:srgbClr val="FFFF00"/>
                </a:solidFill>
              </a:rPr>
              <a:t> </a:t>
            </a:r>
            <a:r>
              <a:rPr lang="en-US" u="sng">
                <a:solidFill>
                  <a:srgbClr val="FFFF0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Dash Bootstrap Theme Explorer</a:t>
            </a:r>
            <a:endParaRPr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add: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lang="en-US"/>
              <a:t>dbc_css style sheet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lang="en-US"/>
              <a:t>external style sheet to dash constructor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lang="en-US"/>
              <a:t>className="dbc" CSS class selector around layout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57"/>
          <p:cNvSpPr txBox="1"/>
          <p:nvPr>
            <p:ph type="title"/>
          </p:nvPr>
        </p:nvSpPr>
        <p:spPr>
          <a:xfrm>
            <a:off x="838200" y="365125"/>
            <a:ext cx="99816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 turn single page to multi page</a:t>
            </a:r>
            <a:endParaRPr/>
          </a:p>
        </p:txBody>
      </p:sp>
      <p:sp>
        <p:nvSpPr>
          <p:cNvPr id="458" name="Google Shape;458;p57"/>
          <p:cNvSpPr txBox="1"/>
          <p:nvPr>
            <p:ph idx="1" type="body"/>
          </p:nvPr>
        </p:nvSpPr>
        <p:spPr>
          <a:xfrm>
            <a:off x="838200" y="1825625"/>
            <a:ext cx="98529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you must: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lang="en-US"/>
              <a:t>not have any duplicate id’s or functions </a:t>
            </a:r>
            <a:r>
              <a:rPr lang="en-US"/>
              <a:t>across</a:t>
            </a:r>
            <a:r>
              <a:rPr lang="en-US"/>
              <a:t> pages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lang="en-US"/>
              <a:t>remove dash constructor from sub pages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lang="en-US"/>
              <a:t>add </a:t>
            </a:r>
            <a:r>
              <a:rPr lang="en-US">
                <a:solidFill>
                  <a:srgbClr val="FFFF00"/>
                </a:solidFill>
                <a:latin typeface="Roboto Mono"/>
                <a:ea typeface="Roboto Mono"/>
                <a:cs typeface="Roboto Mono"/>
                <a:sym typeface="Roboto Mono"/>
              </a:rPr>
              <a:t>dash.register_page(__name__)</a:t>
            </a:r>
            <a:r>
              <a:rPr lang="en-US"/>
              <a:t> to sub pages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lang="en-US"/>
              <a:t>add use_pages=True in main dash constructor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2">
      <a:dk1>
        <a:srgbClr val="022850"/>
      </a:dk1>
      <a:lt1>
        <a:srgbClr val="FFBE00"/>
      </a:lt1>
      <a:dk2>
        <a:srgbClr val="0046B9"/>
      </a:dk2>
      <a:lt2>
        <a:srgbClr val="FFCC00"/>
      </a:lt2>
      <a:accent1>
        <a:srgbClr val="00C4B2"/>
      </a:accent1>
      <a:accent2>
        <a:srgbClr val="AADA91"/>
      </a:accent2>
      <a:accent3>
        <a:srgbClr val="FFFF3A"/>
      </a:accent3>
      <a:accent4>
        <a:srgbClr val="022850"/>
      </a:accent4>
      <a:accent5>
        <a:srgbClr val="FFBE00"/>
      </a:accent5>
      <a:accent6>
        <a:srgbClr val="F08A00"/>
      </a:accent6>
      <a:hlink>
        <a:srgbClr val="C1022F"/>
      </a:hlink>
      <a:folHlink>
        <a:srgbClr val="4811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